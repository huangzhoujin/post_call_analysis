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4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5" r:id="rId3"/>
  </p:sldMasterIdLst>
  <p:notesMasterIdLst>
    <p:notesMasterId r:id="rId9"/>
  </p:notesMasterIdLst>
  <p:sldIdLst>
    <p:sldId id="2147472326" r:id="rId4"/>
    <p:sldId id="2147472325" r:id="rId5"/>
    <p:sldId id="2147472356" r:id="rId6"/>
    <p:sldId id="2147472359" r:id="rId7"/>
    <p:sldId id="214747235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../embeddings/oleObject1.bin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 dirty="0"/>
              <a:t> performance trend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'[Worksheet in QC project report 0928.pptx]New  model 95%'!$C$1</c:f>
              <c:strCache>
                <c:ptCount val="1"/>
                <c:pt idx="0">
                  <c:v>Total Volume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numRef>
              <c:f>'[Worksheet in QC project report 0928.pptx]New  model 95%'!$B$2:$B$23</c:f>
              <c:numCache>
                <c:formatCode>m/d/yyyy</c:formatCode>
                <c:ptCount val="22"/>
                <c:pt idx="0">
                  <c:v>45174</c:v>
                </c:pt>
                <c:pt idx="1">
                  <c:v>45175</c:v>
                </c:pt>
                <c:pt idx="2">
                  <c:v>45176</c:v>
                </c:pt>
                <c:pt idx="3">
                  <c:v>45177</c:v>
                </c:pt>
                <c:pt idx="4">
                  <c:v>45180</c:v>
                </c:pt>
                <c:pt idx="5">
                  <c:v>45181</c:v>
                </c:pt>
                <c:pt idx="6">
                  <c:v>45182</c:v>
                </c:pt>
                <c:pt idx="7">
                  <c:v>45183</c:v>
                </c:pt>
                <c:pt idx="8">
                  <c:v>45184</c:v>
                </c:pt>
                <c:pt idx="9">
                  <c:v>45188</c:v>
                </c:pt>
                <c:pt idx="10">
                  <c:v>45189</c:v>
                </c:pt>
                <c:pt idx="11">
                  <c:v>45190</c:v>
                </c:pt>
                <c:pt idx="12">
                  <c:v>45191</c:v>
                </c:pt>
                <c:pt idx="13">
                  <c:v>45194</c:v>
                </c:pt>
                <c:pt idx="14">
                  <c:v>45195</c:v>
                </c:pt>
                <c:pt idx="15">
                  <c:v>45196</c:v>
                </c:pt>
                <c:pt idx="16">
                  <c:v>45197</c:v>
                </c:pt>
                <c:pt idx="17">
                  <c:v>45198</c:v>
                </c:pt>
                <c:pt idx="18">
                  <c:v>45201</c:v>
                </c:pt>
                <c:pt idx="19">
                  <c:v>45202</c:v>
                </c:pt>
                <c:pt idx="20">
                  <c:v>45203</c:v>
                </c:pt>
                <c:pt idx="21">
                  <c:v>45204</c:v>
                </c:pt>
              </c:numCache>
            </c:numRef>
          </c:cat>
          <c:val>
            <c:numRef>
              <c:f>'[Worksheet in QC project report 0928.pptx]New  model 95%'!$C$2:$C$23</c:f>
              <c:numCache>
                <c:formatCode>General</c:formatCode>
                <c:ptCount val="22"/>
                <c:pt idx="0">
                  <c:v>163</c:v>
                </c:pt>
                <c:pt idx="1">
                  <c:v>114</c:v>
                </c:pt>
                <c:pt idx="2">
                  <c:v>145</c:v>
                </c:pt>
                <c:pt idx="3">
                  <c:v>99</c:v>
                </c:pt>
                <c:pt idx="4">
                  <c:v>99</c:v>
                </c:pt>
                <c:pt idx="5">
                  <c:v>153</c:v>
                </c:pt>
                <c:pt idx="6">
                  <c:v>89</c:v>
                </c:pt>
                <c:pt idx="7">
                  <c:v>198</c:v>
                </c:pt>
                <c:pt idx="8">
                  <c:v>174</c:v>
                </c:pt>
                <c:pt idx="9">
                  <c:v>218</c:v>
                </c:pt>
                <c:pt idx="10">
                  <c:v>255</c:v>
                </c:pt>
                <c:pt idx="11">
                  <c:v>300</c:v>
                </c:pt>
                <c:pt idx="12">
                  <c:v>341</c:v>
                </c:pt>
                <c:pt idx="13">
                  <c:v>510</c:v>
                </c:pt>
                <c:pt idx="14">
                  <c:v>406</c:v>
                </c:pt>
                <c:pt idx="15">
                  <c:v>479</c:v>
                </c:pt>
                <c:pt idx="16">
                  <c:v>287</c:v>
                </c:pt>
                <c:pt idx="17">
                  <c:v>448</c:v>
                </c:pt>
                <c:pt idx="18">
                  <c:v>388</c:v>
                </c:pt>
                <c:pt idx="19">
                  <c:v>443</c:v>
                </c:pt>
                <c:pt idx="20">
                  <c:v>258</c:v>
                </c:pt>
                <c:pt idx="21">
                  <c:v>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3A-4BD7-BA19-8E397E5EEBDD}"/>
            </c:ext>
          </c:extLst>
        </c:ser>
        <c:ser>
          <c:idx val="1"/>
          <c:order val="1"/>
          <c:tx>
            <c:strRef>
              <c:f>'[Worksheet in QC project report 0928.pptx]New  model 95%'!$F$1</c:f>
              <c:strCache>
                <c:ptCount val="1"/>
                <c:pt idx="0">
                  <c:v>Predict Pass volume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numRef>
              <c:f>'[Worksheet in QC project report 0928.pptx]New  model 95%'!$B$2:$B$23</c:f>
              <c:numCache>
                <c:formatCode>m/d/yyyy</c:formatCode>
                <c:ptCount val="22"/>
                <c:pt idx="0">
                  <c:v>45174</c:v>
                </c:pt>
                <c:pt idx="1">
                  <c:v>45175</c:v>
                </c:pt>
                <c:pt idx="2">
                  <c:v>45176</c:v>
                </c:pt>
                <c:pt idx="3">
                  <c:v>45177</c:v>
                </c:pt>
                <c:pt idx="4">
                  <c:v>45180</c:v>
                </c:pt>
                <c:pt idx="5">
                  <c:v>45181</c:v>
                </c:pt>
                <c:pt idx="6">
                  <c:v>45182</c:v>
                </c:pt>
                <c:pt idx="7">
                  <c:v>45183</c:v>
                </c:pt>
                <c:pt idx="8">
                  <c:v>45184</c:v>
                </c:pt>
                <c:pt idx="9">
                  <c:v>45188</c:v>
                </c:pt>
                <c:pt idx="10">
                  <c:v>45189</c:v>
                </c:pt>
                <c:pt idx="11">
                  <c:v>45190</c:v>
                </c:pt>
                <c:pt idx="12">
                  <c:v>45191</c:v>
                </c:pt>
                <c:pt idx="13">
                  <c:v>45194</c:v>
                </c:pt>
                <c:pt idx="14">
                  <c:v>45195</c:v>
                </c:pt>
                <c:pt idx="15">
                  <c:v>45196</c:v>
                </c:pt>
                <c:pt idx="16">
                  <c:v>45197</c:v>
                </c:pt>
                <c:pt idx="17">
                  <c:v>45198</c:v>
                </c:pt>
                <c:pt idx="18">
                  <c:v>45201</c:v>
                </c:pt>
                <c:pt idx="19">
                  <c:v>45202</c:v>
                </c:pt>
                <c:pt idx="20">
                  <c:v>45203</c:v>
                </c:pt>
                <c:pt idx="21">
                  <c:v>45204</c:v>
                </c:pt>
              </c:numCache>
            </c:numRef>
          </c:cat>
          <c:val>
            <c:numRef>
              <c:f>'[Worksheet in QC project report 0928.pptx]New  model 95%'!$F$2:$F$23</c:f>
              <c:numCache>
                <c:formatCode>General</c:formatCode>
                <c:ptCount val="22"/>
                <c:pt idx="0">
                  <c:v>106</c:v>
                </c:pt>
                <c:pt idx="1">
                  <c:v>46</c:v>
                </c:pt>
                <c:pt idx="2">
                  <c:v>117</c:v>
                </c:pt>
                <c:pt idx="3">
                  <c:v>81</c:v>
                </c:pt>
                <c:pt idx="4">
                  <c:v>28</c:v>
                </c:pt>
                <c:pt idx="5">
                  <c:v>138</c:v>
                </c:pt>
                <c:pt idx="6">
                  <c:v>37</c:v>
                </c:pt>
                <c:pt idx="7">
                  <c:v>140</c:v>
                </c:pt>
                <c:pt idx="8">
                  <c:v>124</c:v>
                </c:pt>
                <c:pt idx="9">
                  <c:v>187</c:v>
                </c:pt>
                <c:pt idx="10">
                  <c:v>226</c:v>
                </c:pt>
                <c:pt idx="11">
                  <c:v>258</c:v>
                </c:pt>
                <c:pt idx="12">
                  <c:v>285</c:v>
                </c:pt>
                <c:pt idx="13">
                  <c:v>441</c:v>
                </c:pt>
                <c:pt idx="14">
                  <c:v>358</c:v>
                </c:pt>
                <c:pt idx="15">
                  <c:v>438</c:v>
                </c:pt>
                <c:pt idx="16">
                  <c:v>252</c:v>
                </c:pt>
                <c:pt idx="17">
                  <c:v>382</c:v>
                </c:pt>
                <c:pt idx="18">
                  <c:v>319</c:v>
                </c:pt>
                <c:pt idx="19">
                  <c:v>345</c:v>
                </c:pt>
                <c:pt idx="20">
                  <c:v>196</c:v>
                </c:pt>
                <c:pt idx="2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3A-4BD7-BA19-8E397E5EEB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6591744"/>
        <c:axId val="1176596736"/>
      </c:barChart>
      <c:lineChart>
        <c:grouping val="standard"/>
        <c:varyColors val="0"/>
        <c:ser>
          <c:idx val="2"/>
          <c:order val="2"/>
          <c:tx>
            <c:strRef>
              <c:f>'[Worksheet in QC project report 0928.pptx]New  model 95%'!$G$1</c:f>
              <c:strCache>
                <c:ptCount val="1"/>
                <c:pt idx="0">
                  <c:v>% in Pass Class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'[Worksheet in QC project report 0928.pptx]New  model 95%'!$B$2:$B$23</c:f>
              <c:numCache>
                <c:formatCode>m/d/yyyy</c:formatCode>
                <c:ptCount val="22"/>
                <c:pt idx="0">
                  <c:v>45174</c:v>
                </c:pt>
                <c:pt idx="1">
                  <c:v>45175</c:v>
                </c:pt>
                <c:pt idx="2">
                  <c:v>45176</c:v>
                </c:pt>
                <c:pt idx="3">
                  <c:v>45177</c:v>
                </c:pt>
                <c:pt idx="4">
                  <c:v>45180</c:v>
                </c:pt>
                <c:pt idx="5">
                  <c:v>45181</c:v>
                </c:pt>
                <c:pt idx="6">
                  <c:v>45182</c:v>
                </c:pt>
                <c:pt idx="7">
                  <c:v>45183</c:v>
                </c:pt>
                <c:pt idx="8">
                  <c:v>45184</c:v>
                </c:pt>
                <c:pt idx="9">
                  <c:v>45188</c:v>
                </c:pt>
                <c:pt idx="10">
                  <c:v>45189</c:v>
                </c:pt>
                <c:pt idx="11">
                  <c:v>45190</c:v>
                </c:pt>
                <c:pt idx="12">
                  <c:v>45191</c:v>
                </c:pt>
                <c:pt idx="13">
                  <c:v>45194</c:v>
                </c:pt>
                <c:pt idx="14">
                  <c:v>45195</c:v>
                </c:pt>
                <c:pt idx="15">
                  <c:v>45196</c:v>
                </c:pt>
                <c:pt idx="16">
                  <c:v>45197</c:v>
                </c:pt>
                <c:pt idx="17">
                  <c:v>45198</c:v>
                </c:pt>
                <c:pt idx="18">
                  <c:v>45201</c:v>
                </c:pt>
                <c:pt idx="19">
                  <c:v>45202</c:v>
                </c:pt>
                <c:pt idx="20">
                  <c:v>45203</c:v>
                </c:pt>
                <c:pt idx="21">
                  <c:v>45204</c:v>
                </c:pt>
              </c:numCache>
            </c:numRef>
          </c:cat>
          <c:val>
            <c:numRef>
              <c:f>'[Worksheet in QC project report 0928.pptx]New  model 95%'!$G$2:$G$23</c:f>
              <c:numCache>
                <c:formatCode>0%</c:formatCode>
                <c:ptCount val="22"/>
                <c:pt idx="0">
                  <c:v>0.65030674846625769</c:v>
                </c:pt>
                <c:pt idx="1">
                  <c:v>0.40350877192982454</c:v>
                </c:pt>
                <c:pt idx="2">
                  <c:v>0.80689655172413788</c:v>
                </c:pt>
                <c:pt idx="3">
                  <c:v>0.81818181818181823</c:v>
                </c:pt>
                <c:pt idx="4">
                  <c:v>0.28282828282828282</c:v>
                </c:pt>
                <c:pt idx="5">
                  <c:v>0.90196078431372551</c:v>
                </c:pt>
                <c:pt idx="6">
                  <c:v>0.4157303370786517</c:v>
                </c:pt>
                <c:pt idx="7">
                  <c:v>0.70707070707070707</c:v>
                </c:pt>
                <c:pt idx="8">
                  <c:v>0.71264367816091956</c:v>
                </c:pt>
                <c:pt idx="9">
                  <c:v>0.85779816513761464</c:v>
                </c:pt>
                <c:pt idx="10">
                  <c:v>0.88627450980392153</c:v>
                </c:pt>
                <c:pt idx="11">
                  <c:v>0.86</c:v>
                </c:pt>
                <c:pt idx="12">
                  <c:v>0.83577712609970678</c:v>
                </c:pt>
                <c:pt idx="13">
                  <c:v>0.86470588235294121</c:v>
                </c:pt>
                <c:pt idx="14">
                  <c:v>0.88177339901477836</c:v>
                </c:pt>
                <c:pt idx="15">
                  <c:v>0.91440501043841338</c:v>
                </c:pt>
                <c:pt idx="16">
                  <c:v>0.87804878048780488</c:v>
                </c:pt>
                <c:pt idx="17">
                  <c:v>0.8526785714285714</c:v>
                </c:pt>
                <c:pt idx="18">
                  <c:v>0.82216494845360821</c:v>
                </c:pt>
                <c:pt idx="19">
                  <c:v>0.77878103837471779</c:v>
                </c:pt>
                <c:pt idx="20">
                  <c:v>0.75968992248062017</c:v>
                </c:pt>
                <c:pt idx="21">
                  <c:v>0.34615384615384615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03A-4BD7-BA19-8E397E5EEBDD}"/>
            </c:ext>
          </c:extLst>
        </c:ser>
        <c:ser>
          <c:idx val="3"/>
          <c:order val="3"/>
          <c:tx>
            <c:strRef>
              <c:f>'[Worksheet in QC project report 0928.pptx]New  model 95%'!$H$1</c:f>
              <c:strCache>
                <c:ptCount val="1"/>
                <c:pt idx="0">
                  <c:v>Precision
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03A-4BD7-BA19-8E397E5EEBDD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03A-4BD7-BA19-8E397E5EEBDD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03A-4BD7-BA19-8E397E5EEBDD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03A-4BD7-BA19-8E397E5EEBDD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03A-4BD7-BA19-8E397E5EEBDD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03A-4BD7-BA19-8E397E5EEBDD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03A-4BD7-BA19-8E397E5EEBDD}"/>
                </c:ext>
              </c:extLst>
            </c:dLbl>
            <c:dLbl>
              <c:idx val="1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03A-4BD7-BA19-8E397E5EEB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'[Worksheet in QC project report 0928.pptx]New  model 95%'!$B$2:$B$23</c:f>
              <c:numCache>
                <c:formatCode>m/d/yyyy</c:formatCode>
                <c:ptCount val="22"/>
                <c:pt idx="0">
                  <c:v>45174</c:v>
                </c:pt>
                <c:pt idx="1">
                  <c:v>45175</c:v>
                </c:pt>
                <c:pt idx="2">
                  <c:v>45176</c:v>
                </c:pt>
                <c:pt idx="3">
                  <c:v>45177</c:v>
                </c:pt>
                <c:pt idx="4">
                  <c:v>45180</c:v>
                </c:pt>
                <c:pt idx="5">
                  <c:v>45181</c:v>
                </c:pt>
                <c:pt idx="6">
                  <c:v>45182</c:v>
                </c:pt>
                <c:pt idx="7">
                  <c:v>45183</c:v>
                </c:pt>
                <c:pt idx="8">
                  <c:v>45184</c:v>
                </c:pt>
                <c:pt idx="9">
                  <c:v>45188</c:v>
                </c:pt>
                <c:pt idx="10">
                  <c:v>45189</c:v>
                </c:pt>
                <c:pt idx="11">
                  <c:v>45190</c:v>
                </c:pt>
                <c:pt idx="12">
                  <c:v>45191</c:v>
                </c:pt>
                <c:pt idx="13">
                  <c:v>45194</c:v>
                </c:pt>
                <c:pt idx="14">
                  <c:v>45195</c:v>
                </c:pt>
                <c:pt idx="15">
                  <c:v>45196</c:v>
                </c:pt>
                <c:pt idx="16">
                  <c:v>45197</c:v>
                </c:pt>
                <c:pt idx="17">
                  <c:v>45198</c:v>
                </c:pt>
                <c:pt idx="18">
                  <c:v>45201</c:v>
                </c:pt>
                <c:pt idx="19">
                  <c:v>45202</c:v>
                </c:pt>
                <c:pt idx="20">
                  <c:v>45203</c:v>
                </c:pt>
                <c:pt idx="21">
                  <c:v>45204</c:v>
                </c:pt>
              </c:numCache>
            </c:numRef>
          </c:cat>
          <c:val>
            <c:numRef>
              <c:f>'[Worksheet in QC project report 0928.pptx]New  model 95%'!$H$2:$H$23</c:f>
              <c:numCache>
                <c:formatCode>0.0%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0.99603174603174605</c:v>
                </c:pt>
                <c:pt idx="17">
                  <c:v>1</c:v>
                </c:pt>
                <c:pt idx="18" formatCode="0%">
                  <c:v>1</c:v>
                </c:pt>
                <c:pt idx="19" formatCode="0%">
                  <c:v>1</c:v>
                </c:pt>
                <c:pt idx="20" formatCode="0%">
                  <c:v>1</c:v>
                </c:pt>
                <c:pt idx="21" formatCode="0%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03A-4BD7-BA19-8E397E5EEB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6587584"/>
        <c:axId val="1176595904"/>
      </c:lineChart>
      <c:catAx>
        <c:axId val="117659174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6596736"/>
        <c:crosses val="autoZero"/>
        <c:auto val="0"/>
        <c:lblAlgn val="ctr"/>
        <c:lblOffset val="100"/>
        <c:noMultiLvlLbl val="1"/>
      </c:catAx>
      <c:valAx>
        <c:axId val="1176596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6591744"/>
        <c:crosses val="autoZero"/>
        <c:crossBetween val="between"/>
      </c:valAx>
      <c:valAx>
        <c:axId val="1176595904"/>
        <c:scaling>
          <c:orientation val="minMax"/>
          <c:max val="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6587584"/>
        <c:crosses val="max"/>
        <c:crossBetween val="between"/>
      </c:valAx>
      <c:dateAx>
        <c:axId val="117658758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176595904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>
      <a:gsLst>
        <a:gs pos="0">
          <a:schemeClr val="accent1">
            <a:lumMod val="5000"/>
            <a:lumOff val="95000"/>
          </a:schemeClr>
        </a:gs>
        <a:gs pos="47000">
          <a:schemeClr val="accent1">
            <a:lumMod val="45000"/>
            <a:lumOff val="55000"/>
          </a:schemeClr>
        </a:gs>
        <a:gs pos="65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% in pass class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dLbls>
            <c:spPr>
              <a:solidFill>
                <a:srgbClr val="FF555F">
                  <a:lumMod val="75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Sheet2!$A$2:$A$9</c:f>
              <c:strCache>
                <c:ptCount val="8"/>
                <c:pt idx="0">
                  <c:v>Aug</c:v>
                </c:pt>
                <c:pt idx="1">
                  <c:v>Sep </c:v>
                </c:pt>
                <c:pt idx="2">
                  <c:v>Oct </c:v>
                </c:pt>
                <c:pt idx="3">
                  <c:v>Nov</c:v>
                </c:pt>
                <c:pt idx="4">
                  <c:v>Dec</c:v>
                </c:pt>
                <c:pt idx="5">
                  <c:v>Jan</c:v>
                </c:pt>
                <c:pt idx="6">
                  <c:v>Feb</c:v>
                </c:pt>
                <c:pt idx="7">
                  <c:v>Mar</c:v>
                </c:pt>
              </c:strCache>
            </c:strRef>
          </c:cat>
          <c:val>
            <c:numRef>
              <c:f>Sheet2!$B$2:$B$9</c:f>
              <c:numCache>
                <c:formatCode>0.0%</c:formatCode>
                <c:ptCount val="8"/>
                <c:pt idx="0">
                  <c:v>0.51194422219682245</c:v>
                </c:pt>
                <c:pt idx="1">
                  <c:v>0.34520467836257313</c:v>
                </c:pt>
                <c:pt idx="2">
                  <c:v>0.37679301715192576</c:v>
                </c:pt>
                <c:pt idx="3">
                  <c:v>0.39751061227426432</c:v>
                </c:pt>
                <c:pt idx="4">
                  <c:v>0.38479898560453496</c:v>
                </c:pt>
                <c:pt idx="5">
                  <c:v>0.41220809932013008</c:v>
                </c:pt>
                <c:pt idx="6">
                  <c:v>0.39207565403465178</c:v>
                </c:pt>
                <c:pt idx="7">
                  <c:v>0.35610373181530675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D7-4F7A-A575-B06FC82EE6A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1892462527"/>
        <c:axId val="1892475967"/>
      </c:lineChart>
      <c:catAx>
        <c:axId val="189246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2475967"/>
        <c:crosses val="autoZero"/>
        <c:auto val="1"/>
        <c:lblAlgn val="ctr"/>
        <c:lblOffset val="100"/>
        <c:noMultiLvlLbl val="0"/>
      </c:catAx>
      <c:valAx>
        <c:axId val="1892475967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2462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Sheet2!$C$1</c:f>
              <c:strCache>
                <c:ptCount val="1"/>
                <c:pt idx="0">
                  <c:v>Accuracy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dLbls>
            <c:spPr>
              <a:solidFill>
                <a:srgbClr val="00206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Sheet2!$A$2:$A$9</c:f>
              <c:strCache>
                <c:ptCount val="8"/>
                <c:pt idx="0">
                  <c:v>Aug</c:v>
                </c:pt>
                <c:pt idx="1">
                  <c:v>Sep </c:v>
                </c:pt>
                <c:pt idx="2">
                  <c:v>Oct </c:v>
                </c:pt>
                <c:pt idx="3">
                  <c:v>Nov</c:v>
                </c:pt>
                <c:pt idx="4">
                  <c:v>Dec</c:v>
                </c:pt>
                <c:pt idx="5">
                  <c:v>Jan</c:v>
                </c:pt>
                <c:pt idx="6">
                  <c:v>Feb</c:v>
                </c:pt>
                <c:pt idx="7">
                  <c:v>Mar</c:v>
                </c:pt>
              </c:strCache>
            </c:strRef>
          </c:cat>
          <c:val>
            <c:numRef>
              <c:f>Sheet2!$C$2:$C$9</c:f>
              <c:numCache>
                <c:formatCode>0.00%</c:formatCode>
                <c:ptCount val="8"/>
                <c:pt idx="0">
                  <c:v>0.99910694351417728</c:v>
                </c:pt>
                <c:pt idx="1">
                  <c:v>0.99898356767745211</c:v>
                </c:pt>
                <c:pt idx="2">
                  <c:v>0.99481613478049569</c:v>
                </c:pt>
                <c:pt idx="3">
                  <c:v>0.999</c:v>
                </c:pt>
                <c:pt idx="4">
                  <c:v>0.99980000000000002</c:v>
                </c:pt>
                <c:pt idx="5">
                  <c:v>1</c:v>
                </c:pt>
                <c:pt idx="6">
                  <c:v>1</c:v>
                </c:pt>
                <c:pt idx="7">
                  <c:v>0.99980000000000002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70-4DCD-B7FE-546015B2483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926073023"/>
        <c:axId val="926074463"/>
      </c:lineChart>
      <c:catAx>
        <c:axId val="926073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6074463"/>
        <c:crosses val="autoZero"/>
        <c:auto val="1"/>
        <c:lblAlgn val="ctr"/>
        <c:lblOffset val="100"/>
        <c:noMultiLvlLbl val="0"/>
      </c:catAx>
      <c:valAx>
        <c:axId val="926074463"/>
        <c:scaling>
          <c:orientation val="minMax"/>
          <c:max val="1"/>
          <c:min val="0.9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60730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D7485-2E39-4FA1-8C2B-193DD996B514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428BF-D26C-439C-8420-287435C89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80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F161-07A6-48A8-844D-651C99E29A4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8019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F161-07A6-48A8-844D-651C99E29A4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327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2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Relationship Id="rId4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2014-B104-E072-25B2-42F3BE4BB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C3BA8-4209-E81A-2492-14F54ED38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EA172-1F29-2A6D-2BE0-6BA27484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B9-5EB5-4512-8896-429F93BCDF4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83CD7-65B1-2CEF-1624-E4748AFE0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45831-566F-D3C6-C7A3-C306269C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10D2B-7DE2-436C-8C47-8CE46BA8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01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7A09-C408-E17D-CA05-B9ADA8246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FEE01-15F3-2D2E-AE25-93D1F0CB0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49334-4AD7-4387-E93B-4F44AF76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B9-5EB5-4512-8896-429F93BCDF4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B746E-5027-7FF4-7232-AD3C0C430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86559-66F9-C5F3-237C-19802E889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10D2B-7DE2-436C-8C47-8CE46BA8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76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98BA-CCF2-F523-9D38-145D1B4B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6DB68-0C86-DC59-3FEC-04DE91949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10A2E-93AD-42A1-185A-AB5FCBA42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B9-5EB5-4512-8896-429F93BCDF4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83092-779E-9500-5473-97CBB5210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3BFC6-F22B-A619-A2CF-43B03F00A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10D2B-7DE2-436C-8C47-8CE46BA8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5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E2BCB-EF3D-02C8-5180-D079925CC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B4B07-4A16-B262-A91D-74DC00AF4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EA778-33B4-AA9C-CDB4-2DB2F3E42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AFEB1-603D-B622-A56A-57384DD5E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B9-5EB5-4512-8896-429F93BCDF4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69B26-066F-7C58-0BFD-998E74C35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79159-EAC5-8EB8-C38C-E2D5C70A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10D2B-7DE2-436C-8C47-8CE46BA8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9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ADA5-0E20-6757-B5F9-DEC8398D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BA429-C5E2-1AA1-0F8E-FB67C0798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7A6BD-23CC-6365-55D4-C0935F9CC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00138-A842-E5EB-471E-6BA961737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ECDA1-F47E-4014-D24C-2FA3A59316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D57045-8853-A5F9-788E-A6BDEBD9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B9-5EB5-4512-8896-429F93BCDF4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06442F-9D64-ADEE-4C66-CEF36D91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588FD-BCCB-7176-45B5-B7082C5BE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10D2B-7DE2-436C-8C47-8CE46BA8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24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2AF3A-5C13-B632-DCC1-7CB60237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0EF8AE-00C9-A2CE-7889-372C57468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B9-5EB5-4512-8896-429F93BCDF4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89749-A824-71AB-E129-243ADFCC6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CDED72-E995-B0C0-E890-E9F92A04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10D2B-7DE2-436C-8C47-8CE46BA8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347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BA2D1-4B5D-C941-1177-46E36F289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B9-5EB5-4512-8896-429F93BCDF4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B2BCA-69FC-3AFC-4AE2-19DB814DD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4128E-DAB0-E182-B501-83A750AF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10D2B-7DE2-436C-8C47-8CE46BA8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870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6E339-C443-6DB2-6F0A-653166D04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A26BA-0095-EF05-1D74-56BF32772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3E8B2-B818-6A46-AD33-963D2BC65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8A863-3CF6-0B26-EC51-F4764EB81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B9-5EB5-4512-8896-429F93BCDF4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EA3DB-2877-BA77-4338-9FCC2A833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CEF45-3ED8-BF54-262C-1E2438D7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10D2B-7DE2-436C-8C47-8CE46BA8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9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402CC-7FFC-F192-3E08-6BE933B0D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6F540C-0A10-78EB-521B-9E0D6840F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FA58C-C8A4-07BF-90B1-A5D86E2CD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C5CB1-F472-A0BB-E094-7536A3CEF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B9-5EB5-4512-8896-429F93BCDF4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98667-95A1-A8E3-56BF-493E5134A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4CAAF-13F1-A0F1-B5BF-4CF6CCC43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10D2B-7DE2-436C-8C47-8CE46BA8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574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94CD8-2D6D-4C1D-37A2-794E24A1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6FE1E-775E-28C0-256E-4A176352A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58541-A53A-0E6B-4558-E52450506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B9-5EB5-4512-8896-429F93BCDF4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9509D-5592-303D-1D70-21F2713C0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7961E-62CB-359D-2E9F-E91CE9F9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10D2B-7DE2-436C-8C47-8CE46BA8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7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E58FE-86D8-1B96-A74F-909466F9E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2D405-961F-9F04-607E-6546F2B1C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D9AB7-57C0-0892-1EBE-C8965F905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3DB9-5EB5-4512-8896-429F93BCDF4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0D6FA-28B2-268B-FA03-98108A945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BB09C-93E7-4843-F4BE-B891ED3AF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10D2B-7DE2-436C-8C47-8CE46BA8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61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A67C8A7-566E-6245-9CD3-9765B4FA66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800" y="1366979"/>
            <a:ext cx="272470" cy="375681"/>
          </a:xfrm>
          <a:custGeom>
            <a:avLst/>
            <a:gdLst>
              <a:gd name="connsiteX0" fmla="*/ 135118 w 272470"/>
              <a:gd name="connsiteY0" fmla="*/ 0 h 375681"/>
              <a:gd name="connsiteX1" fmla="*/ 272470 w 272470"/>
              <a:gd name="connsiteY1" fmla="*/ 95583 h 375681"/>
              <a:gd name="connsiteX2" fmla="*/ 272470 w 272470"/>
              <a:gd name="connsiteY2" fmla="*/ 282314 h 375681"/>
              <a:gd name="connsiteX3" fmla="*/ 136235 w 272470"/>
              <a:gd name="connsiteY3" fmla="*/ 375681 h 375681"/>
              <a:gd name="connsiteX4" fmla="*/ 0 w 272470"/>
              <a:gd name="connsiteY4" fmla="*/ 283423 h 375681"/>
              <a:gd name="connsiteX5" fmla="*/ 0 w 272470"/>
              <a:gd name="connsiteY5" fmla="*/ 95583 h 375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470" h="375681">
                <a:moveTo>
                  <a:pt x="135118" y="0"/>
                </a:moveTo>
                <a:lnTo>
                  <a:pt x="272470" y="95583"/>
                </a:lnTo>
                <a:lnTo>
                  <a:pt x="272470" y="282314"/>
                </a:lnTo>
                <a:lnTo>
                  <a:pt x="136235" y="375681"/>
                </a:lnTo>
                <a:lnTo>
                  <a:pt x="0" y="283423"/>
                </a:lnTo>
                <a:lnTo>
                  <a:pt x="0" y="955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266700" indent="0">
              <a:buNone/>
              <a:defRPr/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24EB0EA-8635-6443-A050-B3327AB273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5360" y="1392819"/>
            <a:ext cx="4494486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2667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1D83DD92-09D1-EE43-BC80-83A0DE3D952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17298" y="6396668"/>
            <a:ext cx="931790" cy="271466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FBCBEE40-2AEA-476A-BD9F-C1BB812005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800" y="417059"/>
            <a:ext cx="5049102" cy="570443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dirty="0">
                <a:solidFill>
                  <a:schemeClr val="tx2"/>
                </a:solidFill>
              </a:defRPr>
            </a:lvl1pPr>
          </a:lstStyle>
          <a:p>
            <a:pPr marR="0" lvl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Agenda</a:t>
            </a:r>
            <a:endParaRPr lang="en-GB" dirty="0"/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BBB72AD8-123F-41E4-AA6D-10D40E09748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2800" y="2146908"/>
            <a:ext cx="272470" cy="375681"/>
          </a:xfrm>
          <a:custGeom>
            <a:avLst/>
            <a:gdLst>
              <a:gd name="connsiteX0" fmla="*/ 135118 w 272470"/>
              <a:gd name="connsiteY0" fmla="*/ 0 h 375681"/>
              <a:gd name="connsiteX1" fmla="*/ 272470 w 272470"/>
              <a:gd name="connsiteY1" fmla="*/ 95583 h 375681"/>
              <a:gd name="connsiteX2" fmla="*/ 272470 w 272470"/>
              <a:gd name="connsiteY2" fmla="*/ 282314 h 375681"/>
              <a:gd name="connsiteX3" fmla="*/ 136235 w 272470"/>
              <a:gd name="connsiteY3" fmla="*/ 375681 h 375681"/>
              <a:gd name="connsiteX4" fmla="*/ 0 w 272470"/>
              <a:gd name="connsiteY4" fmla="*/ 283423 h 375681"/>
              <a:gd name="connsiteX5" fmla="*/ 0 w 272470"/>
              <a:gd name="connsiteY5" fmla="*/ 95583 h 375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470" h="375681">
                <a:moveTo>
                  <a:pt x="135118" y="0"/>
                </a:moveTo>
                <a:lnTo>
                  <a:pt x="272470" y="95583"/>
                </a:lnTo>
                <a:lnTo>
                  <a:pt x="272470" y="282314"/>
                </a:lnTo>
                <a:lnTo>
                  <a:pt x="136235" y="375681"/>
                </a:lnTo>
                <a:lnTo>
                  <a:pt x="0" y="283423"/>
                </a:lnTo>
                <a:lnTo>
                  <a:pt x="0" y="9558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266700" indent="0">
              <a:buNone/>
              <a:defRPr/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6CA4F9AE-634E-4C58-9C8D-2B1FAD50BD7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15360" y="2172748"/>
            <a:ext cx="4494486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2667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AB83DAD6-F2E4-42E1-A4EE-C687615A3E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2800" y="2899597"/>
            <a:ext cx="272470" cy="375681"/>
          </a:xfrm>
          <a:custGeom>
            <a:avLst/>
            <a:gdLst>
              <a:gd name="connsiteX0" fmla="*/ 135118 w 272470"/>
              <a:gd name="connsiteY0" fmla="*/ 0 h 375681"/>
              <a:gd name="connsiteX1" fmla="*/ 272470 w 272470"/>
              <a:gd name="connsiteY1" fmla="*/ 95583 h 375681"/>
              <a:gd name="connsiteX2" fmla="*/ 272470 w 272470"/>
              <a:gd name="connsiteY2" fmla="*/ 282314 h 375681"/>
              <a:gd name="connsiteX3" fmla="*/ 136235 w 272470"/>
              <a:gd name="connsiteY3" fmla="*/ 375681 h 375681"/>
              <a:gd name="connsiteX4" fmla="*/ 0 w 272470"/>
              <a:gd name="connsiteY4" fmla="*/ 283423 h 375681"/>
              <a:gd name="connsiteX5" fmla="*/ 0 w 272470"/>
              <a:gd name="connsiteY5" fmla="*/ 95583 h 375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470" h="375681">
                <a:moveTo>
                  <a:pt x="135118" y="0"/>
                </a:moveTo>
                <a:lnTo>
                  <a:pt x="272470" y="95583"/>
                </a:lnTo>
                <a:lnTo>
                  <a:pt x="272470" y="282314"/>
                </a:lnTo>
                <a:lnTo>
                  <a:pt x="136235" y="375681"/>
                </a:lnTo>
                <a:lnTo>
                  <a:pt x="0" y="283423"/>
                </a:lnTo>
                <a:lnTo>
                  <a:pt x="0" y="955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266700" indent="0">
              <a:buNone/>
              <a:defRPr/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90EDD940-259E-4829-8E35-E18B2D80EE6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015360" y="2925437"/>
            <a:ext cx="4494486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2667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802C2BE-B1B2-4E86-82FE-3D0646E918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2800" y="3679526"/>
            <a:ext cx="272470" cy="375681"/>
          </a:xfrm>
          <a:custGeom>
            <a:avLst/>
            <a:gdLst>
              <a:gd name="connsiteX0" fmla="*/ 135118 w 272470"/>
              <a:gd name="connsiteY0" fmla="*/ 0 h 375681"/>
              <a:gd name="connsiteX1" fmla="*/ 272470 w 272470"/>
              <a:gd name="connsiteY1" fmla="*/ 95583 h 375681"/>
              <a:gd name="connsiteX2" fmla="*/ 272470 w 272470"/>
              <a:gd name="connsiteY2" fmla="*/ 282314 h 375681"/>
              <a:gd name="connsiteX3" fmla="*/ 136235 w 272470"/>
              <a:gd name="connsiteY3" fmla="*/ 375681 h 375681"/>
              <a:gd name="connsiteX4" fmla="*/ 0 w 272470"/>
              <a:gd name="connsiteY4" fmla="*/ 283423 h 375681"/>
              <a:gd name="connsiteX5" fmla="*/ 0 w 272470"/>
              <a:gd name="connsiteY5" fmla="*/ 95583 h 375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470" h="375681">
                <a:moveTo>
                  <a:pt x="135118" y="0"/>
                </a:moveTo>
                <a:lnTo>
                  <a:pt x="272470" y="95583"/>
                </a:lnTo>
                <a:lnTo>
                  <a:pt x="272470" y="282314"/>
                </a:lnTo>
                <a:lnTo>
                  <a:pt x="136235" y="375681"/>
                </a:lnTo>
                <a:lnTo>
                  <a:pt x="0" y="283423"/>
                </a:lnTo>
                <a:lnTo>
                  <a:pt x="0" y="9558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266700" indent="0">
              <a:buNone/>
              <a:defRPr/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18EBD071-CF30-4469-9F10-CB42C7916F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15360" y="3705366"/>
            <a:ext cx="4494486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2667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B3C1887B-BFF0-4968-B8C3-0F83E665246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2800" y="4434106"/>
            <a:ext cx="272470" cy="375681"/>
          </a:xfrm>
          <a:custGeom>
            <a:avLst/>
            <a:gdLst>
              <a:gd name="connsiteX0" fmla="*/ 135118 w 272470"/>
              <a:gd name="connsiteY0" fmla="*/ 0 h 375681"/>
              <a:gd name="connsiteX1" fmla="*/ 272470 w 272470"/>
              <a:gd name="connsiteY1" fmla="*/ 95583 h 375681"/>
              <a:gd name="connsiteX2" fmla="*/ 272470 w 272470"/>
              <a:gd name="connsiteY2" fmla="*/ 282314 h 375681"/>
              <a:gd name="connsiteX3" fmla="*/ 136235 w 272470"/>
              <a:gd name="connsiteY3" fmla="*/ 375681 h 375681"/>
              <a:gd name="connsiteX4" fmla="*/ 0 w 272470"/>
              <a:gd name="connsiteY4" fmla="*/ 283423 h 375681"/>
              <a:gd name="connsiteX5" fmla="*/ 0 w 272470"/>
              <a:gd name="connsiteY5" fmla="*/ 95583 h 375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470" h="375681">
                <a:moveTo>
                  <a:pt x="135118" y="0"/>
                </a:moveTo>
                <a:lnTo>
                  <a:pt x="272470" y="95583"/>
                </a:lnTo>
                <a:lnTo>
                  <a:pt x="272470" y="282314"/>
                </a:lnTo>
                <a:lnTo>
                  <a:pt x="136235" y="375681"/>
                </a:lnTo>
                <a:lnTo>
                  <a:pt x="0" y="283423"/>
                </a:lnTo>
                <a:lnTo>
                  <a:pt x="0" y="955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266700" indent="0">
              <a:buNone/>
              <a:defRPr/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AA1582F3-1BA9-4358-BFE5-9640A017A06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15360" y="4459946"/>
            <a:ext cx="4494486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2667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1D0E6C05-C89A-499C-9021-D2FEEC605C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800" y="5214035"/>
            <a:ext cx="272470" cy="375681"/>
          </a:xfrm>
          <a:custGeom>
            <a:avLst/>
            <a:gdLst>
              <a:gd name="connsiteX0" fmla="*/ 135118 w 272470"/>
              <a:gd name="connsiteY0" fmla="*/ 0 h 375681"/>
              <a:gd name="connsiteX1" fmla="*/ 272470 w 272470"/>
              <a:gd name="connsiteY1" fmla="*/ 95583 h 375681"/>
              <a:gd name="connsiteX2" fmla="*/ 272470 w 272470"/>
              <a:gd name="connsiteY2" fmla="*/ 282314 h 375681"/>
              <a:gd name="connsiteX3" fmla="*/ 136235 w 272470"/>
              <a:gd name="connsiteY3" fmla="*/ 375681 h 375681"/>
              <a:gd name="connsiteX4" fmla="*/ 0 w 272470"/>
              <a:gd name="connsiteY4" fmla="*/ 283423 h 375681"/>
              <a:gd name="connsiteX5" fmla="*/ 0 w 272470"/>
              <a:gd name="connsiteY5" fmla="*/ 95583 h 375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470" h="375681">
                <a:moveTo>
                  <a:pt x="135118" y="0"/>
                </a:moveTo>
                <a:lnTo>
                  <a:pt x="272470" y="95583"/>
                </a:lnTo>
                <a:lnTo>
                  <a:pt x="272470" y="282314"/>
                </a:lnTo>
                <a:lnTo>
                  <a:pt x="136235" y="375681"/>
                </a:lnTo>
                <a:lnTo>
                  <a:pt x="0" y="283423"/>
                </a:lnTo>
                <a:lnTo>
                  <a:pt x="0" y="9558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266700" indent="0">
              <a:buNone/>
              <a:defRPr/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C9F730AD-E09A-4443-8E8F-D5734BB2D7E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015360" y="5239875"/>
            <a:ext cx="4494486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2667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53D3D8CF-E605-4768-9603-689E5785C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05400" y="1"/>
            <a:ext cx="6986601" cy="4853941"/>
          </a:xfrm>
          <a:custGeom>
            <a:avLst/>
            <a:gdLst>
              <a:gd name="connsiteX0" fmla="*/ 0 w 6986601"/>
              <a:gd name="connsiteY0" fmla="*/ 0 h 4853941"/>
              <a:gd name="connsiteX1" fmla="*/ 5002307 w 6986601"/>
              <a:gd name="connsiteY1" fmla="*/ 0 h 4853941"/>
              <a:gd name="connsiteX2" fmla="*/ 6986601 w 6986601"/>
              <a:gd name="connsiteY2" fmla="*/ 1372945 h 4853941"/>
              <a:gd name="connsiteX3" fmla="*/ 6986601 w 6986601"/>
              <a:gd name="connsiteY3" fmla="*/ 4853941 h 485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601" h="4853941">
                <a:moveTo>
                  <a:pt x="0" y="0"/>
                </a:moveTo>
                <a:lnTo>
                  <a:pt x="5002307" y="0"/>
                </a:lnTo>
                <a:lnTo>
                  <a:pt x="6986601" y="1372945"/>
                </a:lnTo>
                <a:lnTo>
                  <a:pt x="6986601" y="4853941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bIns="1080000" anchor="ctr" anchorCtr="0">
            <a:noAutofit/>
          </a:bodyPr>
          <a:lstStyle>
            <a:lvl1pPr>
              <a:defRPr lang="en-GB" sz="180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0447E7-2370-40EB-9592-91B302D0C289}"/>
              </a:ext>
            </a:extLst>
          </p:cNvPr>
          <p:cNvSpPr/>
          <p:nvPr userDrawn="1"/>
        </p:nvSpPr>
        <p:spPr>
          <a:xfrm>
            <a:off x="0" y="0"/>
            <a:ext cx="109728" cy="6858000"/>
          </a:xfrm>
          <a:prstGeom prst="rect">
            <a:avLst/>
          </a:prstGeom>
          <a:gradFill flip="none" rotWithShape="1">
            <a:gsLst>
              <a:gs pos="68000">
                <a:schemeClr val="accent2"/>
              </a:gs>
              <a:gs pos="98000">
                <a:schemeClr val="accent3"/>
              </a:gs>
              <a:gs pos="33000">
                <a:schemeClr val="accent1"/>
              </a:gs>
              <a:gs pos="0">
                <a:schemeClr val="accent3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20A95C-EC8F-41D4-AF1A-5BAA8A39A13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>
                <a:ea typeface="Cambria" panose="02040503050406030204" pitchFamily="18" charset="0"/>
                <a:cs typeface="Calibri" charset="0"/>
              </a:rPr>
              <a:t>© 2022 Copyright Genpact. All Rights Reserved.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8C5B83D-D9AA-4B70-AD78-85BFC25F5E85}"/>
              </a:ext>
            </a:extLst>
          </p:cNvPr>
          <p:cNvSpPr/>
          <p:nvPr userDrawn="1"/>
        </p:nvSpPr>
        <p:spPr>
          <a:xfrm rot="4191016">
            <a:off x="4839921" y="-500976"/>
            <a:ext cx="4556496" cy="3926865"/>
          </a:xfrm>
          <a:custGeom>
            <a:avLst/>
            <a:gdLst>
              <a:gd name="connsiteX0" fmla="*/ 0 w 4334440"/>
              <a:gd name="connsiteY0" fmla="*/ 3511955 h 3511955"/>
              <a:gd name="connsiteX1" fmla="*/ 262493 w 4334440"/>
              <a:gd name="connsiteY1" fmla="*/ 2796583 h 3511955"/>
              <a:gd name="connsiteX2" fmla="*/ 262496 w 4334440"/>
              <a:gd name="connsiteY2" fmla="*/ 2796578 h 3511955"/>
              <a:gd name="connsiteX3" fmla="*/ 4248813 w 4334440"/>
              <a:gd name="connsiteY3" fmla="*/ 0 h 3511955"/>
              <a:gd name="connsiteX4" fmla="*/ 4334440 w 4334440"/>
              <a:gd name="connsiteY4" fmla="*/ 478363 h 3511955"/>
              <a:gd name="connsiteX0" fmla="*/ 0 w 4486684"/>
              <a:gd name="connsiteY0" fmla="*/ 3926865 h 3926865"/>
              <a:gd name="connsiteX1" fmla="*/ 414737 w 4486684"/>
              <a:gd name="connsiteY1" fmla="*/ 2796583 h 3926865"/>
              <a:gd name="connsiteX2" fmla="*/ 414740 w 4486684"/>
              <a:gd name="connsiteY2" fmla="*/ 2796578 h 3926865"/>
              <a:gd name="connsiteX3" fmla="*/ 4401057 w 4486684"/>
              <a:gd name="connsiteY3" fmla="*/ 0 h 3926865"/>
              <a:gd name="connsiteX4" fmla="*/ 4486684 w 4486684"/>
              <a:gd name="connsiteY4" fmla="*/ 478363 h 3926865"/>
              <a:gd name="connsiteX5" fmla="*/ 0 w 4486684"/>
              <a:gd name="connsiteY5" fmla="*/ 3926865 h 3926865"/>
              <a:gd name="connsiteX0" fmla="*/ 0 w 4558884"/>
              <a:gd name="connsiteY0" fmla="*/ 3926865 h 3926865"/>
              <a:gd name="connsiteX1" fmla="*/ 414737 w 4558884"/>
              <a:gd name="connsiteY1" fmla="*/ 2796583 h 3926865"/>
              <a:gd name="connsiteX2" fmla="*/ 414740 w 4558884"/>
              <a:gd name="connsiteY2" fmla="*/ 2796578 h 3926865"/>
              <a:gd name="connsiteX3" fmla="*/ 4401057 w 4558884"/>
              <a:gd name="connsiteY3" fmla="*/ 0 h 3926865"/>
              <a:gd name="connsiteX4" fmla="*/ 4558884 w 4558884"/>
              <a:gd name="connsiteY4" fmla="*/ 724009 h 3926865"/>
              <a:gd name="connsiteX5" fmla="*/ 0 w 4558884"/>
              <a:gd name="connsiteY5" fmla="*/ 3926865 h 3926865"/>
              <a:gd name="connsiteX0" fmla="*/ 0 w 4510808"/>
              <a:gd name="connsiteY0" fmla="*/ 3926865 h 3926865"/>
              <a:gd name="connsiteX1" fmla="*/ 414737 w 4510808"/>
              <a:gd name="connsiteY1" fmla="*/ 2796583 h 3926865"/>
              <a:gd name="connsiteX2" fmla="*/ 414740 w 4510808"/>
              <a:gd name="connsiteY2" fmla="*/ 2796578 h 3926865"/>
              <a:gd name="connsiteX3" fmla="*/ 4401057 w 4510808"/>
              <a:gd name="connsiteY3" fmla="*/ 0 h 3926865"/>
              <a:gd name="connsiteX4" fmla="*/ 4510808 w 4510808"/>
              <a:gd name="connsiteY4" fmla="*/ 652256 h 3926865"/>
              <a:gd name="connsiteX5" fmla="*/ 0 w 4510808"/>
              <a:gd name="connsiteY5" fmla="*/ 3926865 h 3926865"/>
              <a:gd name="connsiteX0" fmla="*/ 0 w 4556496"/>
              <a:gd name="connsiteY0" fmla="*/ 3926865 h 3926865"/>
              <a:gd name="connsiteX1" fmla="*/ 414737 w 4556496"/>
              <a:gd name="connsiteY1" fmla="*/ 2796583 h 3926865"/>
              <a:gd name="connsiteX2" fmla="*/ 414740 w 4556496"/>
              <a:gd name="connsiteY2" fmla="*/ 2796578 h 3926865"/>
              <a:gd name="connsiteX3" fmla="*/ 4401057 w 4556496"/>
              <a:gd name="connsiteY3" fmla="*/ 0 h 3926865"/>
              <a:gd name="connsiteX4" fmla="*/ 4556496 w 4556496"/>
              <a:gd name="connsiteY4" fmla="*/ 712633 h 3926865"/>
              <a:gd name="connsiteX5" fmla="*/ 0 w 4556496"/>
              <a:gd name="connsiteY5" fmla="*/ 3926865 h 392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6496" h="3926865">
                <a:moveTo>
                  <a:pt x="0" y="3926865"/>
                </a:moveTo>
                <a:lnTo>
                  <a:pt x="414737" y="2796583"/>
                </a:lnTo>
                <a:cubicBezTo>
                  <a:pt x="414738" y="2796581"/>
                  <a:pt x="414739" y="2796580"/>
                  <a:pt x="414740" y="2796578"/>
                </a:cubicBezTo>
                <a:lnTo>
                  <a:pt x="4401057" y="0"/>
                </a:lnTo>
                <a:lnTo>
                  <a:pt x="4556496" y="712633"/>
                </a:lnTo>
                <a:lnTo>
                  <a:pt x="0" y="392686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85000">
                <a:schemeClr val="accent2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4700A33-6DF5-4783-B61A-C9245483BD6A}"/>
              </a:ext>
            </a:extLst>
          </p:cNvPr>
          <p:cNvSpPr/>
          <p:nvPr userDrawn="1"/>
        </p:nvSpPr>
        <p:spPr>
          <a:xfrm flipH="1">
            <a:off x="9184940" y="3117122"/>
            <a:ext cx="3007058" cy="2897317"/>
          </a:xfrm>
          <a:custGeom>
            <a:avLst/>
            <a:gdLst>
              <a:gd name="connsiteX0" fmla="*/ 1859431 w 3013735"/>
              <a:gd name="connsiteY0" fmla="*/ 0 h 2897317"/>
              <a:gd name="connsiteX1" fmla="*/ 0 w 3013735"/>
              <a:gd name="connsiteY1" fmla="*/ 1291679 h 2897317"/>
              <a:gd name="connsiteX2" fmla="*/ 0 w 3013735"/>
              <a:gd name="connsiteY2" fmla="*/ 2897317 h 2897317"/>
              <a:gd name="connsiteX3" fmla="*/ 3013735 w 3013735"/>
              <a:gd name="connsiteY3" fmla="*/ 797615 h 2897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3735" h="2897317">
                <a:moveTo>
                  <a:pt x="1859431" y="0"/>
                </a:moveTo>
                <a:lnTo>
                  <a:pt x="0" y="1291679"/>
                </a:lnTo>
                <a:lnTo>
                  <a:pt x="0" y="2897317"/>
                </a:lnTo>
                <a:lnTo>
                  <a:pt x="3013735" y="797615"/>
                </a:lnTo>
                <a:close/>
              </a:path>
            </a:pathLst>
          </a:custGeom>
          <a:gradFill>
            <a:gsLst>
              <a:gs pos="3000">
                <a:schemeClr val="accent1"/>
              </a:gs>
              <a:gs pos="85000">
                <a:schemeClr val="accent1">
                  <a:alpha val="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Freeform: Shape 18">
            <a:extLst>
              <a:ext uri="{FF2B5EF4-FFF2-40B4-BE49-F238E27FC236}">
                <a16:creationId xmlns:a16="http://schemas.microsoft.com/office/drawing/2014/main" id="{3EA723EF-E362-4384-AE04-AB89112E4BC0}"/>
              </a:ext>
            </a:extLst>
          </p:cNvPr>
          <p:cNvSpPr/>
          <p:nvPr userDrawn="1"/>
        </p:nvSpPr>
        <p:spPr>
          <a:xfrm rot="4191016">
            <a:off x="10193741" y="-235643"/>
            <a:ext cx="2181945" cy="1879451"/>
          </a:xfrm>
          <a:custGeom>
            <a:avLst/>
            <a:gdLst>
              <a:gd name="connsiteX0" fmla="*/ 0 w 4334440"/>
              <a:gd name="connsiteY0" fmla="*/ 3511955 h 3511955"/>
              <a:gd name="connsiteX1" fmla="*/ 262493 w 4334440"/>
              <a:gd name="connsiteY1" fmla="*/ 2796583 h 3511955"/>
              <a:gd name="connsiteX2" fmla="*/ 262496 w 4334440"/>
              <a:gd name="connsiteY2" fmla="*/ 2796578 h 3511955"/>
              <a:gd name="connsiteX3" fmla="*/ 4248813 w 4334440"/>
              <a:gd name="connsiteY3" fmla="*/ 0 h 3511955"/>
              <a:gd name="connsiteX4" fmla="*/ 4334440 w 4334440"/>
              <a:gd name="connsiteY4" fmla="*/ 478363 h 3511955"/>
              <a:gd name="connsiteX0" fmla="*/ 0 w 4486684"/>
              <a:gd name="connsiteY0" fmla="*/ 3926865 h 3926865"/>
              <a:gd name="connsiteX1" fmla="*/ 414737 w 4486684"/>
              <a:gd name="connsiteY1" fmla="*/ 2796583 h 3926865"/>
              <a:gd name="connsiteX2" fmla="*/ 414740 w 4486684"/>
              <a:gd name="connsiteY2" fmla="*/ 2796578 h 3926865"/>
              <a:gd name="connsiteX3" fmla="*/ 4401057 w 4486684"/>
              <a:gd name="connsiteY3" fmla="*/ 0 h 3926865"/>
              <a:gd name="connsiteX4" fmla="*/ 4486684 w 4486684"/>
              <a:gd name="connsiteY4" fmla="*/ 478363 h 3926865"/>
              <a:gd name="connsiteX5" fmla="*/ 0 w 4486684"/>
              <a:gd name="connsiteY5" fmla="*/ 3926865 h 3926865"/>
              <a:gd name="connsiteX0" fmla="*/ 0 w 4558884"/>
              <a:gd name="connsiteY0" fmla="*/ 3926865 h 3926865"/>
              <a:gd name="connsiteX1" fmla="*/ 414737 w 4558884"/>
              <a:gd name="connsiteY1" fmla="*/ 2796583 h 3926865"/>
              <a:gd name="connsiteX2" fmla="*/ 414740 w 4558884"/>
              <a:gd name="connsiteY2" fmla="*/ 2796578 h 3926865"/>
              <a:gd name="connsiteX3" fmla="*/ 4401057 w 4558884"/>
              <a:gd name="connsiteY3" fmla="*/ 0 h 3926865"/>
              <a:gd name="connsiteX4" fmla="*/ 4558884 w 4558884"/>
              <a:gd name="connsiteY4" fmla="*/ 724009 h 3926865"/>
              <a:gd name="connsiteX5" fmla="*/ 0 w 4558884"/>
              <a:gd name="connsiteY5" fmla="*/ 3926865 h 392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8884" h="3926865">
                <a:moveTo>
                  <a:pt x="0" y="3926865"/>
                </a:moveTo>
                <a:lnTo>
                  <a:pt x="414737" y="2796583"/>
                </a:lnTo>
                <a:cubicBezTo>
                  <a:pt x="414738" y="2796581"/>
                  <a:pt x="414739" y="2796580"/>
                  <a:pt x="414740" y="2796578"/>
                </a:cubicBezTo>
                <a:lnTo>
                  <a:pt x="4401057" y="0"/>
                </a:lnTo>
                <a:lnTo>
                  <a:pt x="4558884" y="724009"/>
                </a:lnTo>
                <a:lnTo>
                  <a:pt x="0" y="3926865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85000">
                <a:schemeClr val="accent6">
                  <a:alpha val="1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351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AD3AE23F-988B-564F-876F-C0158BED6563}"/>
              </a:ext>
            </a:extLst>
          </p:cNvPr>
          <p:cNvSpPr/>
          <p:nvPr/>
        </p:nvSpPr>
        <p:spPr>
          <a:xfrm>
            <a:off x="0" y="-3821"/>
            <a:ext cx="3119527" cy="2170074"/>
          </a:xfrm>
          <a:custGeom>
            <a:avLst/>
            <a:gdLst>
              <a:gd name="connsiteX0" fmla="*/ 0 w 3119527"/>
              <a:gd name="connsiteY0" fmla="*/ 0 h 2170074"/>
              <a:gd name="connsiteX1" fmla="*/ 3119527 w 3119527"/>
              <a:gd name="connsiteY1" fmla="*/ 1224 h 2170074"/>
              <a:gd name="connsiteX2" fmla="*/ 0 w 3119527"/>
              <a:gd name="connsiteY2" fmla="*/ 2170074 h 2170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19527" h="2170074">
                <a:moveTo>
                  <a:pt x="0" y="0"/>
                </a:moveTo>
                <a:lnTo>
                  <a:pt x="3119527" y="1224"/>
                </a:lnTo>
                <a:lnTo>
                  <a:pt x="0" y="2170074"/>
                </a:lnTo>
                <a:close/>
              </a:path>
            </a:pathLst>
          </a:custGeom>
          <a:gradFill>
            <a:gsLst>
              <a:gs pos="0">
                <a:srgbClr val="007199"/>
              </a:gs>
              <a:gs pos="100000">
                <a:srgbClr val="00AECF"/>
              </a:gs>
            </a:gsLst>
            <a:lin ang="6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39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4203167-F8D4-5045-BC57-8D5D46A2DF5D}"/>
              </a:ext>
            </a:extLst>
          </p:cNvPr>
          <p:cNvSpPr/>
          <p:nvPr/>
        </p:nvSpPr>
        <p:spPr>
          <a:xfrm>
            <a:off x="0" y="-9519"/>
            <a:ext cx="2249484" cy="1571852"/>
          </a:xfrm>
          <a:custGeom>
            <a:avLst/>
            <a:gdLst>
              <a:gd name="connsiteX0" fmla="*/ 2249484 w 2249484"/>
              <a:gd name="connsiteY0" fmla="*/ 0 h 1571852"/>
              <a:gd name="connsiteX1" fmla="*/ 0 w 2249484"/>
              <a:gd name="connsiteY1" fmla="*/ 1571852 h 1571852"/>
              <a:gd name="connsiteX2" fmla="*/ 0 w 2249484"/>
              <a:gd name="connsiteY2" fmla="*/ 5454 h 1571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49484" h="1571852">
                <a:moveTo>
                  <a:pt x="2249484" y="0"/>
                </a:moveTo>
                <a:lnTo>
                  <a:pt x="0" y="1571852"/>
                </a:lnTo>
                <a:lnTo>
                  <a:pt x="0" y="5454"/>
                </a:lnTo>
                <a:close/>
              </a:path>
            </a:pathLst>
          </a:custGeom>
          <a:gradFill>
            <a:gsLst>
              <a:gs pos="0">
                <a:srgbClr val="FF555F"/>
              </a:gs>
              <a:gs pos="62000">
                <a:srgbClr val="073262"/>
              </a:gs>
            </a:gsLst>
            <a:lin ang="6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D1E0693-F664-448A-9D7A-93A03D6B7E90}"/>
              </a:ext>
            </a:extLst>
          </p:cNvPr>
          <p:cNvSpPr/>
          <p:nvPr/>
        </p:nvSpPr>
        <p:spPr>
          <a:xfrm>
            <a:off x="-11983" y="1997929"/>
            <a:ext cx="887194" cy="1242604"/>
          </a:xfrm>
          <a:custGeom>
            <a:avLst/>
            <a:gdLst>
              <a:gd name="connsiteX0" fmla="*/ 19050 w 1838325"/>
              <a:gd name="connsiteY0" fmla="*/ 0 h 1276350"/>
              <a:gd name="connsiteX1" fmla="*/ 1838325 w 1838325"/>
              <a:gd name="connsiteY1" fmla="*/ 1276350 h 1276350"/>
              <a:gd name="connsiteX2" fmla="*/ 0 w 1838325"/>
              <a:gd name="connsiteY2" fmla="*/ 1276350 h 1276350"/>
              <a:gd name="connsiteX3" fmla="*/ 19050 w 1838325"/>
              <a:gd name="connsiteY3" fmla="*/ 0 h 1276350"/>
              <a:gd name="connsiteX0" fmla="*/ 0 w 1819275"/>
              <a:gd name="connsiteY0" fmla="*/ 0 h 1276350"/>
              <a:gd name="connsiteX1" fmla="*/ 1819275 w 1819275"/>
              <a:gd name="connsiteY1" fmla="*/ 1276350 h 1276350"/>
              <a:gd name="connsiteX2" fmla="*/ 20790 w 1819275"/>
              <a:gd name="connsiteY2" fmla="*/ 1276350 h 1276350"/>
              <a:gd name="connsiteX3" fmla="*/ 0 w 1819275"/>
              <a:gd name="connsiteY3" fmla="*/ 0 h 1276350"/>
              <a:gd name="connsiteX0" fmla="*/ 0 w 1807892"/>
              <a:gd name="connsiteY0" fmla="*/ 0 h 1276350"/>
              <a:gd name="connsiteX1" fmla="*/ 1807892 w 1807892"/>
              <a:gd name="connsiteY1" fmla="*/ 1276350 h 1276350"/>
              <a:gd name="connsiteX2" fmla="*/ 9407 w 1807892"/>
              <a:gd name="connsiteY2" fmla="*/ 1276350 h 1276350"/>
              <a:gd name="connsiteX3" fmla="*/ 0 w 1807892"/>
              <a:gd name="connsiteY3" fmla="*/ 0 h 1276350"/>
              <a:gd name="connsiteX0" fmla="*/ 0 w 1807892"/>
              <a:gd name="connsiteY0" fmla="*/ 0 h 1276350"/>
              <a:gd name="connsiteX1" fmla="*/ 1807892 w 1807892"/>
              <a:gd name="connsiteY1" fmla="*/ 1276350 h 1276350"/>
              <a:gd name="connsiteX2" fmla="*/ 6562 w 1807892"/>
              <a:gd name="connsiteY2" fmla="*/ 1276350 h 1276350"/>
              <a:gd name="connsiteX3" fmla="*/ 0 w 1807892"/>
              <a:gd name="connsiteY3" fmla="*/ 0 h 1276350"/>
              <a:gd name="connsiteX0" fmla="*/ 0 w 1807892"/>
              <a:gd name="connsiteY0" fmla="*/ 0 h 1276350"/>
              <a:gd name="connsiteX1" fmla="*/ 1807892 w 1807892"/>
              <a:gd name="connsiteY1" fmla="*/ 1276350 h 1276350"/>
              <a:gd name="connsiteX2" fmla="*/ 6562 w 1807892"/>
              <a:gd name="connsiteY2" fmla="*/ 1276350 h 1276350"/>
              <a:gd name="connsiteX3" fmla="*/ 0 w 1807892"/>
              <a:gd name="connsiteY3" fmla="*/ 0 h 1276350"/>
              <a:gd name="connsiteX0" fmla="*/ 0 w 1807892"/>
              <a:gd name="connsiteY0" fmla="*/ 0 h 1276350"/>
              <a:gd name="connsiteX1" fmla="*/ 1807892 w 1807892"/>
              <a:gd name="connsiteY1" fmla="*/ 1276350 h 1276350"/>
              <a:gd name="connsiteX2" fmla="*/ 3717 w 1807892"/>
              <a:gd name="connsiteY2" fmla="*/ 1274281 h 1276350"/>
              <a:gd name="connsiteX3" fmla="*/ 0 w 1807892"/>
              <a:gd name="connsiteY3" fmla="*/ 0 h 1276350"/>
              <a:gd name="connsiteX0" fmla="*/ 0 w 1807892"/>
              <a:gd name="connsiteY0" fmla="*/ 0 h 1276350"/>
              <a:gd name="connsiteX1" fmla="*/ 1807892 w 1807892"/>
              <a:gd name="connsiteY1" fmla="*/ 1276350 h 1276350"/>
              <a:gd name="connsiteX2" fmla="*/ 3717 w 1807892"/>
              <a:gd name="connsiteY2" fmla="*/ 1274281 h 1276350"/>
              <a:gd name="connsiteX3" fmla="*/ 0 w 1807892"/>
              <a:gd name="connsiteY3" fmla="*/ 0 h 1276350"/>
              <a:gd name="connsiteX0" fmla="*/ 0 w 2046931"/>
              <a:gd name="connsiteY0" fmla="*/ 0 h 1274281"/>
              <a:gd name="connsiteX1" fmla="*/ 2046931 w 2046931"/>
              <a:gd name="connsiteY1" fmla="*/ 1268074 h 1274281"/>
              <a:gd name="connsiteX2" fmla="*/ 3717 w 2046931"/>
              <a:gd name="connsiteY2" fmla="*/ 1274281 h 1274281"/>
              <a:gd name="connsiteX3" fmla="*/ 0 w 2046931"/>
              <a:gd name="connsiteY3" fmla="*/ 0 h 1274281"/>
              <a:gd name="connsiteX0" fmla="*/ 0 w 2046931"/>
              <a:gd name="connsiteY0" fmla="*/ 0 h 1141859"/>
              <a:gd name="connsiteX1" fmla="*/ 2046931 w 2046931"/>
              <a:gd name="connsiteY1" fmla="*/ 1135652 h 1141859"/>
              <a:gd name="connsiteX2" fmla="*/ 3717 w 2046931"/>
              <a:gd name="connsiteY2" fmla="*/ 1141859 h 1141859"/>
              <a:gd name="connsiteX3" fmla="*/ 0 w 2046931"/>
              <a:gd name="connsiteY3" fmla="*/ 0 h 1141859"/>
              <a:gd name="connsiteX0" fmla="*/ 19318 w 2066249"/>
              <a:gd name="connsiteY0" fmla="*/ 0 h 1994325"/>
              <a:gd name="connsiteX1" fmla="*/ 2066249 w 2066249"/>
              <a:gd name="connsiteY1" fmla="*/ 1135652 h 1994325"/>
              <a:gd name="connsiteX2" fmla="*/ 269 w 2066249"/>
              <a:gd name="connsiteY2" fmla="*/ 1994325 h 1994325"/>
              <a:gd name="connsiteX3" fmla="*/ 19318 w 2066249"/>
              <a:gd name="connsiteY3" fmla="*/ 0 h 1994325"/>
              <a:gd name="connsiteX0" fmla="*/ 19318 w 2043483"/>
              <a:gd name="connsiteY0" fmla="*/ 0 h 1994325"/>
              <a:gd name="connsiteX1" fmla="*/ 2043483 w 2043483"/>
              <a:gd name="connsiteY1" fmla="*/ 1110823 h 1994325"/>
              <a:gd name="connsiteX2" fmla="*/ 269 w 2043483"/>
              <a:gd name="connsiteY2" fmla="*/ 1994325 h 1994325"/>
              <a:gd name="connsiteX3" fmla="*/ 19318 w 2043483"/>
              <a:gd name="connsiteY3" fmla="*/ 0 h 1994325"/>
              <a:gd name="connsiteX0" fmla="*/ 8129 w 2032294"/>
              <a:gd name="connsiteY0" fmla="*/ 0 h 2159852"/>
              <a:gd name="connsiteX1" fmla="*/ 2032294 w 2032294"/>
              <a:gd name="connsiteY1" fmla="*/ 1110823 h 2159852"/>
              <a:gd name="connsiteX2" fmla="*/ 463 w 2032294"/>
              <a:gd name="connsiteY2" fmla="*/ 2159852 h 2159852"/>
              <a:gd name="connsiteX3" fmla="*/ 8129 w 2032294"/>
              <a:gd name="connsiteY3" fmla="*/ 0 h 2159852"/>
              <a:gd name="connsiteX0" fmla="*/ 0 w 2104430"/>
              <a:gd name="connsiteY0" fmla="*/ 0 h 1843086"/>
              <a:gd name="connsiteX1" fmla="*/ 2104430 w 2104430"/>
              <a:gd name="connsiteY1" fmla="*/ 794057 h 1843086"/>
              <a:gd name="connsiteX2" fmla="*/ 72599 w 2104430"/>
              <a:gd name="connsiteY2" fmla="*/ 1843086 h 1843086"/>
              <a:gd name="connsiteX3" fmla="*/ 0 w 2104430"/>
              <a:gd name="connsiteY3" fmla="*/ 0 h 1843086"/>
              <a:gd name="connsiteX0" fmla="*/ 0 w 2044232"/>
              <a:gd name="connsiteY0" fmla="*/ 0 h 2152308"/>
              <a:gd name="connsiteX1" fmla="*/ 2044232 w 2044232"/>
              <a:gd name="connsiteY1" fmla="*/ 1103279 h 2152308"/>
              <a:gd name="connsiteX2" fmla="*/ 12401 w 2044232"/>
              <a:gd name="connsiteY2" fmla="*/ 2152308 h 2152308"/>
              <a:gd name="connsiteX3" fmla="*/ 0 w 2044232"/>
              <a:gd name="connsiteY3" fmla="*/ 0 h 215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4232" h="2152308">
                <a:moveTo>
                  <a:pt x="0" y="0"/>
                </a:moveTo>
                <a:lnTo>
                  <a:pt x="2044232" y="1103279"/>
                </a:lnTo>
                <a:lnTo>
                  <a:pt x="12401" y="2152308"/>
                </a:lnTo>
                <a:cubicBezTo>
                  <a:pt x="9265" y="1726858"/>
                  <a:pt x="3136" y="425450"/>
                  <a:pt x="0" y="0"/>
                </a:cubicBezTo>
                <a:close/>
              </a:path>
            </a:pathLst>
          </a:custGeom>
          <a:gradFill>
            <a:gsLst>
              <a:gs pos="9000">
                <a:srgbClr val="FF555F">
                  <a:alpha val="0"/>
                </a:srgbClr>
              </a:gs>
              <a:gs pos="100000">
                <a:srgbClr val="FF555F"/>
              </a:gs>
            </a:gsLst>
            <a:lin ang="4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5BDCB9F-EF00-4740-A039-6C5374289B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48114" y="0"/>
            <a:ext cx="8543886" cy="5941720"/>
          </a:xfrm>
          <a:custGeom>
            <a:avLst/>
            <a:gdLst>
              <a:gd name="connsiteX0" fmla="*/ 0 w 8543886"/>
              <a:gd name="connsiteY0" fmla="*/ 0 h 5941720"/>
              <a:gd name="connsiteX1" fmla="*/ 8543886 w 8543886"/>
              <a:gd name="connsiteY1" fmla="*/ 0 h 5941720"/>
              <a:gd name="connsiteX2" fmla="*/ 8543886 w 8543886"/>
              <a:gd name="connsiteY2" fmla="*/ 5941720 h 59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43886" h="5941720">
                <a:moveTo>
                  <a:pt x="0" y="0"/>
                </a:moveTo>
                <a:lnTo>
                  <a:pt x="8543886" y="0"/>
                </a:lnTo>
                <a:lnTo>
                  <a:pt x="8543886" y="594172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 anchorCtr="0">
            <a:noAutofit/>
          </a:bodyPr>
          <a:lstStyle>
            <a:lvl1pPr>
              <a:defRPr lang="en-GB" sz="180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1F7ED88-D0CF-434E-AF66-2A6C617A15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800" y="4972997"/>
            <a:ext cx="5986800" cy="579600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  <a:latin typeface="+mn-lt"/>
                <a:ea typeface="Cambria" panose="02040503050406030204" pitchFamily="18" charset="0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da-DK" dirty="0"/>
              <a:t>Description goes here</a:t>
            </a:r>
            <a:endParaRPr lang="en-US" dirty="0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B87D776C-79F6-D44E-9FFA-CA482D54AFB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17298" y="6396668"/>
            <a:ext cx="931790" cy="27146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ACEF1787-A2E1-458A-BF2D-A3E6A5C67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800" y="3560262"/>
            <a:ext cx="5983255" cy="970378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GB" sz="4000" b="0" dirty="0"/>
            </a:lvl1pPr>
          </a:lstStyle>
          <a:p>
            <a:pPr marR="0" lvl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Slide divider option-1</a:t>
            </a:r>
            <a:endParaRPr lang="en-GB" dirty="0"/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667D5848-2C00-434A-95F4-0BB2E59ACF12}"/>
              </a:ext>
            </a:extLst>
          </p:cNvPr>
          <p:cNvSpPr/>
          <p:nvPr userDrawn="1"/>
        </p:nvSpPr>
        <p:spPr>
          <a:xfrm>
            <a:off x="0" y="-9519"/>
            <a:ext cx="2249484" cy="1571852"/>
          </a:xfrm>
          <a:custGeom>
            <a:avLst/>
            <a:gdLst>
              <a:gd name="connsiteX0" fmla="*/ 2249484 w 2249484"/>
              <a:gd name="connsiteY0" fmla="*/ 0 h 1571852"/>
              <a:gd name="connsiteX1" fmla="*/ 0 w 2249484"/>
              <a:gd name="connsiteY1" fmla="*/ 1571852 h 1571852"/>
              <a:gd name="connsiteX2" fmla="*/ 0 w 2249484"/>
              <a:gd name="connsiteY2" fmla="*/ 5454 h 1571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49484" h="1571852">
                <a:moveTo>
                  <a:pt x="2249484" y="0"/>
                </a:moveTo>
                <a:lnTo>
                  <a:pt x="0" y="1571852"/>
                </a:lnTo>
                <a:lnTo>
                  <a:pt x="0" y="5454"/>
                </a:lnTo>
                <a:close/>
              </a:path>
            </a:pathLst>
          </a:custGeom>
          <a:gradFill>
            <a:gsLst>
              <a:gs pos="0">
                <a:srgbClr val="FF555F"/>
              </a:gs>
              <a:gs pos="62000">
                <a:srgbClr val="073262"/>
              </a:gs>
            </a:gsLst>
            <a:lin ang="6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97E7568-823C-4CBD-8378-DB4576EA10FD}"/>
              </a:ext>
            </a:extLst>
          </p:cNvPr>
          <p:cNvSpPr/>
          <p:nvPr userDrawn="1"/>
        </p:nvSpPr>
        <p:spPr>
          <a:xfrm>
            <a:off x="-11983" y="1997929"/>
            <a:ext cx="887194" cy="1242604"/>
          </a:xfrm>
          <a:custGeom>
            <a:avLst/>
            <a:gdLst>
              <a:gd name="connsiteX0" fmla="*/ 19050 w 1838325"/>
              <a:gd name="connsiteY0" fmla="*/ 0 h 1276350"/>
              <a:gd name="connsiteX1" fmla="*/ 1838325 w 1838325"/>
              <a:gd name="connsiteY1" fmla="*/ 1276350 h 1276350"/>
              <a:gd name="connsiteX2" fmla="*/ 0 w 1838325"/>
              <a:gd name="connsiteY2" fmla="*/ 1276350 h 1276350"/>
              <a:gd name="connsiteX3" fmla="*/ 19050 w 1838325"/>
              <a:gd name="connsiteY3" fmla="*/ 0 h 1276350"/>
              <a:gd name="connsiteX0" fmla="*/ 0 w 1819275"/>
              <a:gd name="connsiteY0" fmla="*/ 0 h 1276350"/>
              <a:gd name="connsiteX1" fmla="*/ 1819275 w 1819275"/>
              <a:gd name="connsiteY1" fmla="*/ 1276350 h 1276350"/>
              <a:gd name="connsiteX2" fmla="*/ 20790 w 1819275"/>
              <a:gd name="connsiteY2" fmla="*/ 1276350 h 1276350"/>
              <a:gd name="connsiteX3" fmla="*/ 0 w 1819275"/>
              <a:gd name="connsiteY3" fmla="*/ 0 h 1276350"/>
              <a:gd name="connsiteX0" fmla="*/ 0 w 1807892"/>
              <a:gd name="connsiteY0" fmla="*/ 0 h 1276350"/>
              <a:gd name="connsiteX1" fmla="*/ 1807892 w 1807892"/>
              <a:gd name="connsiteY1" fmla="*/ 1276350 h 1276350"/>
              <a:gd name="connsiteX2" fmla="*/ 9407 w 1807892"/>
              <a:gd name="connsiteY2" fmla="*/ 1276350 h 1276350"/>
              <a:gd name="connsiteX3" fmla="*/ 0 w 1807892"/>
              <a:gd name="connsiteY3" fmla="*/ 0 h 1276350"/>
              <a:gd name="connsiteX0" fmla="*/ 0 w 1807892"/>
              <a:gd name="connsiteY0" fmla="*/ 0 h 1276350"/>
              <a:gd name="connsiteX1" fmla="*/ 1807892 w 1807892"/>
              <a:gd name="connsiteY1" fmla="*/ 1276350 h 1276350"/>
              <a:gd name="connsiteX2" fmla="*/ 6562 w 1807892"/>
              <a:gd name="connsiteY2" fmla="*/ 1276350 h 1276350"/>
              <a:gd name="connsiteX3" fmla="*/ 0 w 1807892"/>
              <a:gd name="connsiteY3" fmla="*/ 0 h 1276350"/>
              <a:gd name="connsiteX0" fmla="*/ 0 w 1807892"/>
              <a:gd name="connsiteY0" fmla="*/ 0 h 1276350"/>
              <a:gd name="connsiteX1" fmla="*/ 1807892 w 1807892"/>
              <a:gd name="connsiteY1" fmla="*/ 1276350 h 1276350"/>
              <a:gd name="connsiteX2" fmla="*/ 6562 w 1807892"/>
              <a:gd name="connsiteY2" fmla="*/ 1276350 h 1276350"/>
              <a:gd name="connsiteX3" fmla="*/ 0 w 1807892"/>
              <a:gd name="connsiteY3" fmla="*/ 0 h 1276350"/>
              <a:gd name="connsiteX0" fmla="*/ 0 w 1807892"/>
              <a:gd name="connsiteY0" fmla="*/ 0 h 1276350"/>
              <a:gd name="connsiteX1" fmla="*/ 1807892 w 1807892"/>
              <a:gd name="connsiteY1" fmla="*/ 1276350 h 1276350"/>
              <a:gd name="connsiteX2" fmla="*/ 3717 w 1807892"/>
              <a:gd name="connsiteY2" fmla="*/ 1274281 h 1276350"/>
              <a:gd name="connsiteX3" fmla="*/ 0 w 1807892"/>
              <a:gd name="connsiteY3" fmla="*/ 0 h 1276350"/>
              <a:gd name="connsiteX0" fmla="*/ 0 w 1807892"/>
              <a:gd name="connsiteY0" fmla="*/ 0 h 1276350"/>
              <a:gd name="connsiteX1" fmla="*/ 1807892 w 1807892"/>
              <a:gd name="connsiteY1" fmla="*/ 1276350 h 1276350"/>
              <a:gd name="connsiteX2" fmla="*/ 3717 w 1807892"/>
              <a:gd name="connsiteY2" fmla="*/ 1274281 h 1276350"/>
              <a:gd name="connsiteX3" fmla="*/ 0 w 1807892"/>
              <a:gd name="connsiteY3" fmla="*/ 0 h 1276350"/>
              <a:gd name="connsiteX0" fmla="*/ 0 w 2046931"/>
              <a:gd name="connsiteY0" fmla="*/ 0 h 1274281"/>
              <a:gd name="connsiteX1" fmla="*/ 2046931 w 2046931"/>
              <a:gd name="connsiteY1" fmla="*/ 1268074 h 1274281"/>
              <a:gd name="connsiteX2" fmla="*/ 3717 w 2046931"/>
              <a:gd name="connsiteY2" fmla="*/ 1274281 h 1274281"/>
              <a:gd name="connsiteX3" fmla="*/ 0 w 2046931"/>
              <a:gd name="connsiteY3" fmla="*/ 0 h 1274281"/>
              <a:gd name="connsiteX0" fmla="*/ 0 w 2046931"/>
              <a:gd name="connsiteY0" fmla="*/ 0 h 1141859"/>
              <a:gd name="connsiteX1" fmla="*/ 2046931 w 2046931"/>
              <a:gd name="connsiteY1" fmla="*/ 1135652 h 1141859"/>
              <a:gd name="connsiteX2" fmla="*/ 3717 w 2046931"/>
              <a:gd name="connsiteY2" fmla="*/ 1141859 h 1141859"/>
              <a:gd name="connsiteX3" fmla="*/ 0 w 2046931"/>
              <a:gd name="connsiteY3" fmla="*/ 0 h 1141859"/>
              <a:gd name="connsiteX0" fmla="*/ 19318 w 2066249"/>
              <a:gd name="connsiteY0" fmla="*/ 0 h 1994325"/>
              <a:gd name="connsiteX1" fmla="*/ 2066249 w 2066249"/>
              <a:gd name="connsiteY1" fmla="*/ 1135652 h 1994325"/>
              <a:gd name="connsiteX2" fmla="*/ 269 w 2066249"/>
              <a:gd name="connsiteY2" fmla="*/ 1994325 h 1994325"/>
              <a:gd name="connsiteX3" fmla="*/ 19318 w 2066249"/>
              <a:gd name="connsiteY3" fmla="*/ 0 h 1994325"/>
              <a:gd name="connsiteX0" fmla="*/ 19318 w 2043483"/>
              <a:gd name="connsiteY0" fmla="*/ 0 h 1994325"/>
              <a:gd name="connsiteX1" fmla="*/ 2043483 w 2043483"/>
              <a:gd name="connsiteY1" fmla="*/ 1110823 h 1994325"/>
              <a:gd name="connsiteX2" fmla="*/ 269 w 2043483"/>
              <a:gd name="connsiteY2" fmla="*/ 1994325 h 1994325"/>
              <a:gd name="connsiteX3" fmla="*/ 19318 w 2043483"/>
              <a:gd name="connsiteY3" fmla="*/ 0 h 1994325"/>
              <a:gd name="connsiteX0" fmla="*/ 8129 w 2032294"/>
              <a:gd name="connsiteY0" fmla="*/ 0 h 2159852"/>
              <a:gd name="connsiteX1" fmla="*/ 2032294 w 2032294"/>
              <a:gd name="connsiteY1" fmla="*/ 1110823 h 2159852"/>
              <a:gd name="connsiteX2" fmla="*/ 463 w 2032294"/>
              <a:gd name="connsiteY2" fmla="*/ 2159852 h 2159852"/>
              <a:gd name="connsiteX3" fmla="*/ 8129 w 2032294"/>
              <a:gd name="connsiteY3" fmla="*/ 0 h 2159852"/>
              <a:gd name="connsiteX0" fmla="*/ 0 w 2104430"/>
              <a:gd name="connsiteY0" fmla="*/ 0 h 1843086"/>
              <a:gd name="connsiteX1" fmla="*/ 2104430 w 2104430"/>
              <a:gd name="connsiteY1" fmla="*/ 794057 h 1843086"/>
              <a:gd name="connsiteX2" fmla="*/ 72599 w 2104430"/>
              <a:gd name="connsiteY2" fmla="*/ 1843086 h 1843086"/>
              <a:gd name="connsiteX3" fmla="*/ 0 w 2104430"/>
              <a:gd name="connsiteY3" fmla="*/ 0 h 1843086"/>
              <a:gd name="connsiteX0" fmla="*/ 0 w 2044232"/>
              <a:gd name="connsiteY0" fmla="*/ 0 h 2152308"/>
              <a:gd name="connsiteX1" fmla="*/ 2044232 w 2044232"/>
              <a:gd name="connsiteY1" fmla="*/ 1103279 h 2152308"/>
              <a:gd name="connsiteX2" fmla="*/ 12401 w 2044232"/>
              <a:gd name="connsiteY2" fmla="*/ 2152308 h 2152308"/>
              <a:gd name="connsiteX3" fmla="*/ 0 w 2044232"/>
              <a:gd name="connsiteY3" fmla="*/ 0 h 215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4232" h="2152308">
                <a:moveTo>
                  <a:pt x="0" y="0"/>
                </a:moveTo>
                <a:lnTo>
                  <a:pt x="2044232" y="1103279"/>
                </a:lnTo>
                <a:lnTo>
                  <a:pt x="12401" y="2152308"/>
                </a:lnTo>
                <a:cubicBezTo>
                  <a:pt x="9265" y="1726858"/>
                  <a:pt x="3136" y="425450"/>
                  <a:pt x="0" y="0"/>
                </a:cubicBezTo>
                <a:close/>
              </a:path>
            </a:pathLst>
          </a:custGeom>
          <a:gradFill>
            <a:gsLst>
              <a:gs pos="9000">
                <a:srgbClr val="FF555F">
                  <a:alpha val="0"/>
                </a:srgbClr>
              </a:gs>
              <a:gs pos="100000">
                <a:srgbClr val="FF555F"/>
              </a:gs>
            </a:gsLst>
            <a:lin ang="4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F7F916-A56A-41E0-AB16-47964E93C7B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>
                <a:ea typeface="Cambria" panose="02040503050406030204" pitchFamily="18" charset="0"/>
                <a:cs typeface="Calibri" charset="0"/>
              </a:rPr>
              <a:t>© 2022 Copyright Genpact. All Rights Reserved.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7A96C76-0097-4274-9DA2-D1F8E7937F33}"/>
              </a:ext>
            </a:extLst>
          </p:cNvPr>
          <p:cNvSpPr/>
          <p:nvPr userDrawn="1"/>
        </p:nvSpPr>
        <p:spPr>
          <a:xfrm rot="4191016">
            <a:off x="3401016" y="-500975"/>
            <a:ext cx="4556496" cy="3926865"/>
          </a:xfrm>
          <a:custGeom>
            <a:avLst/>
            <a:gdLst>
              <a:gd name="connsiteX0" fmla="*/ 0 w 4334440"/>
              <a:gd name="connsiteY0" fmla="*/ 3511955 h 3511955"/>
              <a:gd name="connsiteX1" fmla="*/ 262493 w 4334440"/>
              <a:gd name="connsiteY1" fmla="*/ 2796583 h 3511955"/>
              <a:gd name="connsiteX2" fmla="*/ 262496 w 4334440"/>
              <a:gd name="connsiteY2" fmla="*/ 2796578 h 3511955"/>
              <a:gd name="connsiteX3" fmla="*/ 4248813 w 4334440"/>
              <a:gd name="connsiteY3" fmla="*/ 0 h 3511955"/>
              <a:gd name="connsiteX4" fmla="*/ 4334440 w 4334440"/>
              <a:gd name="connsiteY4" fmla="*/ 478363 h 3511955"/>
              <a:gd name="connsiteX0" fmla="*/ 0 w 4486684"/>
              <a:gd name="connsiteY0" fmla="*/ 3926865 h 3926865"/>
              <a:gd name="connsiteX1" fmla="*/ 414737 w 4486684"/>
              <a:gd name="connsiteY1" fmla="*/ 2796583 h 3926865"/>
              <a:gd name="connsiteX2" fmla="*/ 414740 w 4486684"/>
              <a:gd name="connsiteY2" fmla="*/ 2796578 h 3926865"/>
              <a:gd name="connsiteX3" fmla="*/ 4401057 w 4486684"/>
              <a:gd name="connsiteY3" fmla="*/ 0 h 3926865"/>
              <a:gd name="connsiteX4" fmla="*/ 4486684 w 4486684"/>
              <a:gd name="connsiteY4" fmla="*/ 478363 h 3926865"/>
              <a:gd name="connsiteX5" fmla="*/ 0 w 4486684"/>
              <a:gd name="connsiteY5" fmla="*/ 3926865 h 3926865"/>
              <a:gd name="connsiteX0" fmla="*/ 0 w 4558884"/>
              <a:gd name="connsiteY0" fmla="*/ 3926865 h 3926865"/>
              <a:gd name="connsiteX1" fmla="*/ 414737 w 4558884"/>
              <a:gd name="connsiteY1" fmla="*/ 2796583 h 3926865"/>
              <a:gd name="connsiteX2" fmla="*/ 414740 w 4558884"/>
              <a:gd name="connsiteY2" fmla="*/ 2796578 h 3926865"/>
              <a:gd name="connsiteX3" fmla="*/ 4401057 w 4558884"/>
              <a:gd name="connsiteY3" fmla="*/ 0 h 3926865"/>
              <a:gd name="connsiteX4" fmla="*/ 4558884 w 4558884"/>
              <a:gd name="connsiteY4" fmla="*/ 724009 h 3926865"/>
              <a:gd name="connsiteX5" fmla="*/ 0 w 4558884"/>
              <a:gd name="connsiteY5" fmla="*/ 3926865 h 3926865"/>
              <a:gd name="connsiteX0" fmla="*/ 0 w 4510808"/>
              <a:gd name="connsiteY0" fmla="*/ 3926865 h 3926865"/>
              <a:gd name="connsiteX1" fmla="*/ 414737 w 4510808"/>
              <a:gd name="connsiteY1" fmla="*/ 2796583 h 3926865"/>
              <a:gd name="connsiteX2" fmla="*/ 414740 w 4510808"/>
              <a:gd name="connsiteY2" fmla="*/ 2796578 h 3926865"/>
              <a:gd name="connsiteX3" fmla="*/ 4401057 w 4510808"/>
              <a:gd name="connsiteY3" fmla="*/ 0 h 3926865"/>
              <a:gd name="connsiteX4" fmla="*/ 4510808 w 4510808"/>
              <a:gd name="connsiteY4" fmla="*/ 652256 h 3926865"/>
              <a:gd name="connsiteX5" fmla="*/ 0 w 4510808"/>
              <a:gd name="connsiteY5" fmla="*/ 3926865 h 3926865"/>
              <a:gd name="connsiteX0" fmla="*/ 0 w 4556496"/>
              <a:gd name="connsiteY0" fmla="*/ 3926865 h 3926865"/>
              <a:gd name="connsiteX1" fmla="*/ 414737 w 4556496"/>
              <a:gd name="connsiteY1" fmla="*/ 2796583 h 3926865"/>
              <a:gd name="connsiteX2" fmla="*/ 414740 w 4556496"/>
              <a:gd name="connsiteY2" fmla="*/ 2796578 h 3926865"/>
              <a:gd name="connsiteX3" fmla="*/ 4401057 w 4556496"/>
              <a:gd name="connsiteY3" fmla="*/ 0 h 3926865"/>
              <a:gd name="connsiteX4" fmla="*/ 4556496 w 4556496"/>
              <a:gd name="connsiteY4" fmla="*/ 712633 h 3926865"/>
              <a:gd name="connsiteX5" fmla="*/ 0 w 4556496"/>
              <a:gd name="connsiteY5" fmla="*/ 3926865 h 392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6496" h="3926865">
                <a:moveTo>
                  <a:pt x="0" y="3926865"/>
                </a:moveTo>
                <a:lnTo>
                  <a:pt x="414737" y="2796583"/>
                </a:lnTo>
                <a:cubicBezTo>
                  <a:pt x="414738" y="2796581"/>
                  <a:pt x="414739" y="2796580"/>
                  <a:pt x="414740" y="2796578"/>
                </a:cubicBezTo>
                <a:lnTo>
                  <a:pt x="4401057" y="0"/>
                </a:lnTo>
                <a:lnTo>
                  <a:pt x="4556496" y="712633"/>
                </a:lnTo>
                <a:lnTo>
                  <a:pt x="0" y="392686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85000">
                <a:schemeClr val="accent2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D4A7702-172F-4F6B-8FA4-0097A75DF785}"/>
              </a:ext>
            </a:extLst>
          </p:cNvPr>
          <p:cNvSpPr/>
          <p:nvPr userDrawn="1"/>
        </p:nvSpPr>
        <p:spPr>
          <a:xfrm flipH="1">
            <a:off x="9184940" y="3705794"/>
            <a:ext cx="3007058" cy="2897317"/>
          </a:xfrm>
          <a:custGeom>
            <a:avLst/>
            <a:gdLst>
              <a:gd name="connsiteX0" fmla="*/ 1859431 w 3013735"/>
              <a:gd name="connsiteY0" fmla="*/ 0 h 2897317"/>
              <a:gd name="connsiteX1" fmla="*/ 0 w 3013735"/>
              <a:gd name="connsiteY1" fmla="*/ 1291679 h 2897317"/>
              <a:gd name="connsiteX2" fmla="*/ 0 w 3013735"/>
              <a:gd name="connsiteY2" fmla="*/ 2897317 h 2897317"/>
              <a:gd name="connsiteX3" fmla="*/ 3013735 w 3013735"/>
              <a:gd name="connsiteY3" fmla="*/ 797615 h 2897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3735" h="2897317">
                <a:moveTo>
                  <a:pt x="1859431" y="0"/>
                </a:moveTo>
                <a:lnTo>
                  <a:pt x="0" y="1291679"/>
                </a:lnTo>
                <a:lnTo>
                  <a:pt x="0" y="2897317"/>
                </a:lnTo>
                <a:lnTo>
                  <a:pt x="3013735" y="797615"/>
                </a:lnTo>
                <a:close/>
              </a:path>
            </a:pathLst>
          </a:custGeom>
          <a:gradFill>
            <a:gsLst>
              <a:gs pos="3000">
                <a:schemeClr val="accent1"/>
              </a:gs>
              <a:gs pos="85000">
                <a:schemeClr val="accent1">
                  <a:alpha val="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267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31D0D1B-F029-4724-91D9-7B2EC70CC705}"/>
              </a:ext>
            </a:extLst>
          </p:cNvPr>
          <p:cNvSpPr/>
          <p:nvPr userDrawn="1"/>
        </p:nvSpPr>
        <p:spPr>
          <a:xfrm rot="3341389" flipH="1">
            <a:off x="1619971" y="-3540963"/>
            <a:ext cx="8946510" cy="13936140"/>
          </a:xfrm>
          <a:custGeom>
            <a:avLst/>
            <a:gdLst>
              <a:gd name="connsiteX0" fmla="*/ 3879008 w 8946510"/>
              <a:gd name="connsiteY0" fmla="*/ 0 h 13936140"/>
              <a:gd name="connsiteX1" fmla="*/ 8946510 w 8946510"/>
              <a:gd name="connsiteY1" fmla="*/ 7425845 h 13936140"/>
              <a:gd name="connsiteX2" fmla="*/ 8946510 w 8946510"/>
              <a:gd name="connsiteY2" fmla="*/ 11298977 h 13936140"/>
              <a:gd name="connsiteX3" fmla="*/ 5082050 w 8946510"/>
              <a:gd name="connsiteY3" fmla="*/ 13936140 h 13936140"/>
              <a:gd name="connsiteX4" fmla="*/ 0 w 8946510"/>
              <a:gd name="connsiteY4" fmla="*/ 6488978 h 13936140"/>
              <a:gd name="connsiteX5" fmla="*/ 0 w 8946510"/>
              <a:gd name="connsiteY5" fmla="*/ 2639589 h 13936140"/>
              <a:gd name="connsiteX6" fmla="*/ 3868014 w 8946510"/>
              <a:gd name="connsiteY6" fmla="*/ 0 h 1393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6510" h="13936140">
                <a:moveTo>
                  <a:pt x="3879008" y="0"/>
                </a:moveTo>
                <a:lnTo>
                  <a:pt x="8946510" y="7425845"/>
                </a:lnTo>
                <a:lnTo>
                  <a:pt x="8946510" y="11298977"/>
                </a:lnTo>
                <a:lnTo>
                  <a:pt x="5082050" y="13936140"/>
                </a:lnTo>
                <a:lnTo>
                  <a:pt x="0" y="6488978"/>
                </a:lnTo>
                <a:lnTo>
                  <a:pt x="0" y="2639589"/>
                </a:lnTo>
                <a:lnTo>
                  <a:pt x="3868014" y="0"/>
                </a:lnTo>
                <a:close/>
              </a:path>
            </a:pathLst>
          </a:cu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  <a:gs pos="95000">
                <a:schemeClr val="bg1"/>
              </a:gs>
              <a:gs pos="5000">
                <a:schemeClr val="bg1"/>
              </a:gs>
              <a:gs pos="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F004A700-4D6B-794D-9E1F-B688ED6936D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7298" y="6396668"/>
            <a:ext cx="931790" cy="271466"/>
          </a:xfrm>
          <a:prstGeom prst="rect">
            <a:avLst/>
          </a:prstGeom>
        </p:spPr>
      </p:pic>
      <p:sp>
        <p:nvSpPr>
          <p:cNvPr id="25" name="Title 3">
            <a:extLst>
              <a:ext uri="{FF2B5EF4-FFF2-40B4-BE49-F238E27FC236}">
                <a16:creationId xmlns:a16="http://schemas.microsoft.com/office/drawing/2014/main" id="{F679A7A8-7517-400C-92F2-47DF5DFAE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99" y="388845"/>
            <a:ext cx="11303999" cy="990001"/>
          </a:xfrm>
        </p:spPr>
        <p:txBody>
          <a:bodyPr vert="horz" lIns="0" tIns="45720" rIns="91440" bIns="45720" rtlCol="0" anchor="ctr" anchorCtr="0">
            <a:noAutofit/>
          </a:bodyPr>
          <a:lstStyle>
            <a:lvl1pPr>
              <a:defRPr lang="en-GB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US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C5BFAF6D-F9A4-4082-BB3E-3585BE018455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1"/>
            </p:custDataLst>
          </p:nvPr>
        </p:nvSpPr>
        <p:spPr>
          <a:xfrm>
            <a:off x="442799" y="1457999"/>
            <a:ext cx="11288344" cy="2769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FAE361D-E02F-49AE-9D8E-909869D37E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2799" y="98303"/>
            <a:ext cx="5846011" cy="2286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  <a:ea typeface="Cambria" panose="0204050305040603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22FA43-3E87-4FEF-93E8-E316AF48C481}"/>
              </a:ext>
            </a:extLst>
          </p:cNvPr>
          <p:cNvSpPr/>
          <p:nvPr userDrawn="1"/>
        </p:nvSpPr>
        <p:spPr>
          <a:xfrm>
            <a:off x="0" y="0"/>
            <a:ext cx="109728" cy="6858000"/>
          </a:xfrm>
          <a:prstGeom prst="rect">
            <a:avLst/>
          </a:prstGeom>
          <a:gradFill flip="none" rotWithShape="1">
            <a:gsLst>
              <a:gs pos="68000">
                <a:schemeClr val="accent2"/>
              </a:gs>
              <a:gs pos="98000">
                <a:schemeClr val="accent3"/>
              </a:gs>
              <a:gs pos="33000">
                <a:schemeClr val="accent1"/>
              </a:gs>
              <a:gs pos="0">
                <a:schemeClr val="accent3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22699F3-A2B0-491D-9618-7F1A6C8D6248}"/>
              </a:ext>
            </a:extLst>
          </p:cNvPr>
          <p:cNvSpPr/>
          <p:nvPr userDrawn="1"/>
        </p:nvSpPr>
        <p:spPr>
          <a:xfrm>
            <a:off x="10989256" y="0"/>
            <a:ext cx="1204989" cy="1094936"/>
          </a:xfrm>
          <a:custGeom>
            <a:avLst/>
            <a:gdLst>
              <a:gd name="connsiteX0" fmla="*/ 0 w 3911600"/>
              <a:gd name="connsiteY0" fmla="*/ 0 h 4438650"/>
              <a:gd name="connsiteX1" fmla="*/ 2641600 w 3911600"/>
              <a:gd name="connsiteY1" fmla="*/ 1784350 h 4438650"/>
              <a:gd name="connsiteX2" fmla="*/ 1384300 w 3911600"/>
              <a:gd name="connsiteY2" fmla="*/ 2673350 h 4438650"/>
              <a:gd name="connsiteX3" fmla="*/ 3911600 w 3911600"/>
              <a:gd name="connsiteY3" fmla="*/ 4438650 h 4438650"/>
              <a:gd name="connsiteX4" fmla="*/ 3911600 w 3911600"/>
              <a:gd name="connsiteY4" fmla="*/ 6350 h 4438650"/>
              <a:gd name="connsiteX5" fmla="*/ 0 w 3911600"/>
              <a:gd name="connsiteY5" fmla="*/ 0 h 4438650"/>
              <a:gd name="connsiteX0" fmla="*/ 0 w 3921125"/>
              <a:gd name="connsiteY0" fmla="*/ 0 h 4438650"/>
              <a:gd name="connsiteX1" fmla="*/ 2641600 w 3921125"/>
              <a:gd name="connsiteY1" fmla="*/ 1784350 h 4438650"/>
              <a:gd name="connsiteX2" fmla="*/ 1384300 w 3921125"/>
              <a:gd name="connsiteY2" fmla="*/ 2673350 h 4438650"/>
              <a:gd name="connsiteX3" fmla="*/ 3911600 w 3921125"/>
              <a:gd name="connsiteY3" fmla="*/ 4438650 h 4438650"/>
              <a:gd name="connsiteX4" fmla="*/ 3921125 w 3921125"/>
              <a:gd name="connsiteY4" fmla="*/ 6350 h 4438650"/>
              <a:gd name="connsiteX5" fmla="*/ 0 w 3921125"/>
              <a:gd name="connsiteY5" fmla="*/ 0 h 4438650"/>
              <a:gd name="connsiteX0" fmla="*/ 0 w 4187458"/>
              <a:gd name="connsiteY0" fmla="*/ 0 h 4438650"/>
              <a:gd name="connsiteX1" fmla="*/ 2907933 w 4187458"/>
              <a:gd name="connsiteY1" fmla="*/ 1784350 h 4438650"/>
              <a:gd name="connsiteX2" fmla="*/ 1650633 w 4187458"/>
              <a:gd name="connsiteY2" fmla="*/ 2673350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438650"/>
              <a:gd name="connsiteX1" fmla="*/ 2341976 w 4187458"/>
              <a:gd name="connsiteY1" fmla="*/ 1684474 h 4438650"/>
              <a:gd name="connsiteX2" fmla="*/ 1650633 w 4187458"/>
              <a:gd name="connsiteY2" fmla="*/ 2673350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438650"/>
              <a:gd name="connsiteX1" fmla="*/ 2341976 w 4187458"/>
              <a:gd name="connsiteY1" fmla="*/ 1684474 h 4438650"/>
              <a:gd name="connsiteX2" fmla="*/ 1301070 w 4187458"/>
              <a:gd name="connsiteY2" fmla="*/ 2390372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438650"/>
              <a:gd name="connsiteX1" fmla="*/ 2325330 w 4187458"/>
              <a:gd name="connsiteY1" fmla="*/ 1642860 h 4438650"/>
              <a:gd name="connsiteX2" fmla="*/ 1301070 w 4187458"/>
              <a:gd name="connsiteY2" fmla="*/ 2390372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438650"/>
              <a:gd name="connsiteX1" fmla="*/ 2325330 w 4187458"/>
              <a:gd name="connsiteY1" fmla="*/ 1642860 h 4438650"/>
              <a:gd name="connsiteX2" fmla="*/ 1292747 w 4187458"/>
              <a:gd name="connsiteY2" fmla="*/ 2365403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322129"/>
              <a:gd name="connsiteX1" fmla="*/ 2325330 w 4187458"/>
              <a:gd name="connsiteY1" fmla="*/ 1642860 h 4322129"/>
              <a:gd name="connsiteX2" fmla="*/ 1292747 w 4187458"/>
              <a:gd name="connsiteY2" fmla="*/ 2365403 h 4322129"/>
              <a:gd name="connsiteX3" fmla="*/ 4177932 w 4187458"/>
              <a:gd name="connsiteY3" fmla="*/ 4322129 h 4322129"/>
              <a:gd name="connsiteX4" fmla="*/ 4187458 w 4187458"/>
              <a:gd name="connsiteY4" fmla="*/ 6350 h 4322129"/>
              <a:gd name="connsiteX5" fmla="*/ 0 w 4187458"/>
              <a:gd name="connsiteY5" fmla="*/ 0 h 4322129"/>
              <a:gd name="connsiteX0" fmla="*/ 0 w 4191089"/>
              <a:gd name="connsiteY0" fmla="*/ 0 h 4334615"/>
              <a:gd name="connsiteX1" fmla="*/ 2325330 w 4191089"/>
              <a:gd name="connsiteY1" fmla="*/ 1642860 h 4334615"/>
              <a:gd name="connsiteX2" fmla="*/ 1292747 w 4191089"/>
              <a:gd name="connsiteY2" fmla="*/ 2365403 h 4334615"/>
              <a:gd name="connsiteX3" fmla="*/ 4190418 w 4191089"/>
              <a:gd name="connsiteY3" fmla="*/ 4334615 h 4334615"/>
              <a:gd name="connsiteX4" fmla="*/ 4187458 w 4191089"/>
              <a:gd name="connsiteY4" fmla="*/ 6350 h 4334615"/>
              <a:gd name="connsiteX5" fmla="*/ 0 w 4191089"/>
              <a:gd name="connsiteY5" fmla="*/ 0 h 4334615"/>
              <a:gd name="connsiteX0" fmla="*/ 0 w 4191089"/>
              <a:gd name="connsiteY0" fmla="*/ 0 h 4334615"/>
              <a:gd name="connsiteX1" fmla="*/ 2325330 w 4191089"/>
              <a:gd name="connsiteY1" fmla="*/ 1642860 h 4334615"/>
              <a:gd name="connsiteX2" fmla="*/ 1317716 w 4191089"/>
              <a:gd name="connsiteY2" fmla="*/ 2340434 h 4334615"/>
              <a:gd name="connsiteX3" fmla="*/ 4190418 w 4191089"/>
              <a:gd name="connsiteY3" fmla="*/ 4334615 h 4334615"/>
              <a:gd name="connsiteX4" fmla="*/ 4187458 w 4191089"/>
              <a:gd name="connsiteY4" fmla="*/ 6350 h 4334615"/>
              <a:gd name="connsiteX5" fmla="*/ 0 w 4191089"/>
              <a:gd name="connsiteY5" fmla="*/ 0 h 4334615"/>
              <a:gd name="connsiteX0" fmla="*/ 0 w 4191089"/>
              <a:gd name="connsiteY0" fmla="*/ 0 h 4334615"/>
              <a:gd name="connsiteX1" fmla="*/ 2435663 w 4191089"/>
              <a:gd name="connsiteY1" fmla="*/ 1664926 h 4334615"/>
              <a:gd name="connsiteX2" fmla="*/ 1317716 w 4191089"/>
              <a:gd name="connsiteY2" fmla="*/ 2340434 h 4334615"/>
              <a:gd name="connsiteX3" fmla="*/ 4190418 w 4191089"/>
              <a:gd name="connsiteY3" fmla="*/ 4334615 h 4334615"/>
              <a:gd name="connsiteX4" fmla="*/ 4187458 w 4191089"/>
              <a:gd name="connsiteY4" fmla="*/ 6350 h 4334615"/>
              <a:gd name="connsiteX5" fmla="*/ 0 w 4191089"/>
              <a:gd name="connsiteY5" fmla="*/ 0 h 4334615"/>
              <a:gd name="connsiteX0" fmla="*/ 0 w 4191089"/>
              <a:gd name="connsiteY0" fmla="*/ 0 h 4334615"/>
              <a:gd name="connsiteX1" fmla="*/ 2435663 w 4191089"/>
              <a:gd name="connsiteY1" fmla="*/ 1664926 h 4334615"/>
              <a:gd name="connsiteX2" fmla="*/ 1626653 w 4191089"/>
              <a:gd name="connsiteY2" fmla="*/ 2208032 h 4334615"/>
              <a:gd name="connsiteX3" fmla="*/ 4190418 w 4191089"/>
              <a:gd name="connsiteY3" fmla="*/ 4334615 h 4334615"/>
              <a:gd name="connsiteX4" fmla="*/ 4187458 w 4191089"/>
              <a:gd name="connsiteY4" fmla="*/ 6350 h 4334615"/>
              <a:gd name="connsiteX5" fmla="*/ 0 w 4191089"/>
              <a:gd name="connsiteY5" fmla="*/ 0 h 4334615"/>
              <a:gd name="connsiteX0" fmla="*/ 0 w 4187458"/>
              <a:gd name="connsiteY0" fmla="*/ 0 h 3849144"/>
              <a:gd name="connsiteX1" fmla="*/ 2435663 w 4187458"/>
              <a:gd name="connsiteY1" fmla="*/ 1664926 h 3849144"/>
              <a:gd name="connsiteX2" fmla="*/ 1626653 w 4187458"/>
              <a:gd name="connsiteY2" fmla="*/ 2208032 h 3849144"/>
              <a:gd name="connsiteX3" fmla="*/ 4146285 w 4187458"/>
              <a:gd name="connsiteY3" fmla="*/ 3849144 h 3849144"/>
              <a:gd name="connsiteX4" fmla="*/ 4187458 w 4187458"/>
              <a:gd name="connsiteY4" fmla="*/ 6350 h 3849144"/>
              <a:gd name="connsiteX5" fmla="*/ 0 w 4187458"/>
              <a:gd name="connsiteY5" fmla="*/ 0 h 3849144"/>
              <a:gd name="connsiteX0" fmla="*/ 0 w 4187458"/>
              <a:gd name="connsiteY0" fmla="*/ 0 h 3849144"/>
              <a:gd name="connsiteX1" fmla="*/ 2435663 w 4187458"/>
              <a:gd name="connsiteY1" fmla="*/ 1664926 h 3849144"/>
              <a:gd name="connsiteX2" fmla="*/ 1692854 w 4187458"/>
              <a:gd name="connsiteY2" fmla="*/ 2185965 h 3849144"/>
              <a:gd name="connsiteX3" fmla="*/ 4146285 w 4187458"/>
              <a:gd name="connsiteY3" fmla="*/ 3849144 h 3849144"/>
              <a:gd name="connsiteX4" fmla="*/ 4187458 w 4187458"/>
              <a:gd name="connsiteY4" fmla="*/ 6350 h 3849144"/>
              <a:gd name="connsiteX5" fmla="*/ 0 w 4187458"/>
              <a:gd name="connsiteY5" fmla="*/ 0 h 3849144"/>
              <a:gd name="connsiteX0" fmla="*/ 0 w 4187458"/>
              <a:gd name="connsiteY0" fmla="*/ 0 h 3805010"/>
              <a:gd name="connsiteX1" fmla="*/ 2435663 w 4187458"/>
              <a:gd name="connsiteY1" fmla="*/ 1664926 h 3805010"/>
              <a:gd name="connsiteX2" fmla="*/ 1692854 w 4187458"/>
              <a:gd name="connsiteY2" fmla="*/ 2185965 h 3805010"/>
              <a:gd name="connsiteX3" fmla="*/ 4146285 w 4187458"/>
              <a:gd name="connsiteY3" fmla="*/ 3805010 h 3805010"/>
              <a:gd name="connsiteX4" fmla="*/ 4187458 w 4187458"/>
              <a:gd name="connsiteY4" fmla="*/ 6350 h 3805010"/>
              <a:gd name="connsiteX5" fmla="*/ 0 w 4187458"/>
              <a:gd name="connsiteY5" fmla="*/ 0 h 3805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87458" h="3805010">
                <a:moveTo>
                  <a:pt x="0" y="0"/>
                </a:moveTo>
                <a:lnTo>
                  <a:pt x="2435663" y="1664926"/>
                </a:lnTo>
                <a:lnTo>
                  <a:pt x="1692854" y="2185965"/>
                </a:lnTo>
                <a:lnTo>
                  <a:pt x="4146285" y="3805010"/>
                </a:lnTo>
                <a:cubicBezTo>
                  <a:pt x="4149460" y="2366417"/>
                  <a:pt x="4184283" y="1444943"/>
                  <a:pt x="4187458" y="635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0000">
                <a:schemeClr val="accent2"/>
              </a:gs>
              <a:gs pos="75000">
                <a:schemeClr val="accent2"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39A74A5-0B9E-494D-AA42-59356F87032E}"/>
              </a:ext>
            </a:extLst>
          </p:cNvPr>
          <p:cNvSpPr/>
          <p:nvPr userDrawn="1"/>
        </p:nvSpPr>
        <p:spPr>
          <a:xfrm>
            <a:off x="11480799" y="658750"/>
            <a:ext cx="714491" cy="992250"/>
          </a:xfrm>
          <a:custGeom>
            <a:avLst/>
            <a:gdLst>
              <a:gd name="connsiteX0" fmla="*/ 2545080 w 2545080"/>
              <a:gd name="connsiteY0" fmla="*/ 0 h 3543300"/>
              <a:gd name="connsiteX1" fmla="*/ 0 w 2545080"/>
              <a:gd name="connsiteY1" fmla="*/ 1767840 h 3543300"/>
              <a:gd name="connsiteX2" fmla="*/ 2545080 w 2545080"/>
              <a:gd name="connsiteY2" fmla="*/ 3543300 h 3543300"/>
              <a:gd name="connsiteX3" fmla="*/ 2545080 w 2545080"/>
              <a:gd name="connsiteY3" fmla="*/ 0 h 3543300"/>
              <a:gd name="connsiteX0" fmla="*/ 2548255 w 2548255"/>
              <a:gd name="connsiteY0" fmla="*/ 0 h 3543300"/>
              <a:gd name="connsiteX1" fmla="*/ 0 w 2548255"/>
              <a:gd name="connsiteY1" fmla="*/ 1767840 h 3543300"/>
              <a:gd name="connsiteX2" fmla="*/ 2545080 w 2548255"/>
              <a:gd name="connsiteY2" fmla="*/ 3543300 h 3543300"/>
              <a:gd name="connsiteX3" fmla="*/ 2548255 w 2548255"/>
              <a:gd name="connsiteY3" fmla="*/ 0 h 3543300"/>
              <a:gd name="connsiteX0" fmla="*/ 2551430 w 2551430"/>
              <a:gd name="connsiteY0" fmla="*/ 0 h 3543300"/>
              <a:gd name="connsiteX1" fmla="*/ 0 w 2551430"/>
              <a:gd name="connsiteY1" fmla="*/ 1767840 h 3543300"/>
              <a:gd name="connsiteX2" fmla="*/ 2545080 w 2551430"/>
              <a:gd name="connsiteY2" fmla="*/ 3543300 h 3543300"/>
              <a:gd name="connsiteX3" fmla="*/ 2551430 w 2551430"/>
              <a:gd name="connsiteY3" fmla="*/ 0 h 3543300"/>
              <a:gd name="connsiteX0" fmla="*/ 2551430 w 2551430"/>
              <a:gd name="connsiteY0" fmla="*/ 0 h 3543300"/>
              <a:gd name="connsiteX1" fmla="*/ 0 w 2551430"/>
              <a:gd name="connsiteY1" fmla="*/ 1767840 h 3543300"/>
              <a:gd name="connsiteX2" fmla="*/ 2545080 w 2551430"/>
              <a:gd name="connsiteY2" fmla="*/ 3543300 h 3543300"/>
              <a:gd name="connsiteX3" fmla="*/ 2551430 w 2551430"/>
              <a:gd name="connsiteY3" fmla="*/ 0 h 35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1430" h="3543300">
                <a:moveTo>
                  <a:pt x="2551430" y="0"/>
                </a:moveTo>
                <a:lnTo>
                  <a:pt x="0" y="1767840"/>
                </a:lnTo>
                <a:lnTo>
                  <a:pt x="2545080" y="3543300"/>
                </a:lnTo>
                <a:cubicBezTo>
                  <a:pt x="2546138" y="2362200"/>
                  <a:pt x="2550372" y="1181100"/>
                  <a:pt x="2551430" y="0"/>
                </a:cubicBezTo>
                <a:close/>
              </a:path>
            </a:pathLst>
          </a:custGeom>
          <a:gradFill>
            <a:gsLst>
              <a:gs pos="20000">
                <a:schemeClr val="accent1"/>
              </a:gs>
              <a:gs pos="92000">
                <a:schemeClr val="accent1"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16AAC404-50AD-49DC-8CC0-C9AFE4997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713" y="6480000"/>
            <a:ext cx="239651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>
                <a:ea typeface="Cambria" panose="02040503050406030204" pitchFamily="18" charset="0"/>
                <a:cs typeface="Calibri" charset="0"/>
              </a:rPr>
              <a:t>© 2023 Copyright Genpact. All Rights Reserved.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89C17C-E3C9-4300-878F-674F3FE9EA44}"/>
              </a:ext>
            </a:extLst>
          </p:cNvPr>
          <p:cNvSpPr txBox="1"/>
          <p:nvPr userDrawn="1"/>
        </p:nvSpPr>
        <p:spPr>
          <a:xfrm>
            <a:off x="442800" y="6480000"/>
            <a:ext cx="125034" cy="123111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>
              <a:defRPr sz="800" b="1">
                <a:solidFill>
                  <a:schemeClr val="bg2"/>
                </a:solidFill>
                <a:ea typeface="Cambria" panose="02040503050406030204" pitchFamily="18" charset="0"/>
                <a:cs typeface="Georgia" charset="0"/>
              </a:defRPr>
            </a:lvl1pPr>
          </a:lstStyle>
          <a:p>
            <a:pPr lvl="0"/>
            <a:fld id="{F614F82A-B1F0-497E-B440-1AC0EA5CDB07}" type="slidenum">
              <a:rPr lang="en-US"/>
              <a:pPr lvl="0"/>
              <a:t>‹#›</a:t>
            </a:fld>
            <a:endParaRPr lang="en-US" dirty="0" err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40C5D9-7E2C-4DBF-B474-7315E5694EA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42799" y="2249827"/>
            <a:ext cx="3492000" cy="1728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0246EE9D-0C3A-4235-852F-85532580113D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348799" y="2249827"/>
            <a:ext cx="3492000" cy="1728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Content Placeholder 4">
            <a:extLst>
              <a:ext uri="{FF2B5EF4-FFF2-40B4-BE49-F238E27FC236}">
                <a16:creationId xmlns:a16="http://schemas.microsoft.com/office/drawing/2014/main" id="{BA876610-D805-422A-AB67-A2E3457706B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254798" y="2249827"/>
            <a:ext cx="3492000" cy="1728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1360925D-64BD-4B3C-8A81-8518ADDBB27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42799" y="4412359"/>
            <a:ext cx="3492000" cy="1728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20383EBB-A0B3-47F7-87D6-8932F29B6F8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348799" y="4412359"/>
            <a:ext cx="3492000" cy="1728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390A7376-F8D9-485E-ACF1-C6D581D91DF4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254798" y="4412359"/>
            <a:ext cx="3492000" cy="1728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8300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Objec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4698DA-4B02-4E60-99E2-B768DD7EF604}"/>
              </a:ext>
            </a:extLst>
          </p:cNvPr>
          <p:cNvSpPr/>
          <p:nvPr userDrawn="1"/>
        </p:nvSpPr>
        <p:spPr>
          <a:xfrm rot="3341389" flipH="1">
            <a:off x="1619971" y="-3540963"/>
            <a:ext cx="8946510" cy="13936140"/>
          </a:xfrm>
          <a:custGeom>
            <a:avLst/>
            <a:gdLst>
              <a:gd name="connsiteX0" fmla="*/ 3879008 w 8946510"/>
              <a:gd name="connsiteY0" fmla="*/ 0 h 13936140"/>
              <a:gd name="connsiteX1" fmla="*/ 8946510 w 8946510"/>
              <a:gd name="connsiteY1" fmla="*/ 7425845 h 13936140"/>
              <a:gd name="connsiteX2" fmla="*/ 8946510 w 8946510"/>
              <a:gd name="connsiteY2" fmla="*/ 11298977 h 13936140"/>
              <a:gd name="connsiteX3" fmla="*/ 5082050 w 8946510"/>
              <a:gd name="connsiteY3" fmla="*/ 13936140 h 13936140"/>
              <a:gd name="connsiteX4" fmla="*/ 0 w 8946510"/>
              <a:gd name="connsiteY4" fmla="*/ 6488978 h 13936140"/>
              <a:gd name="connsiteX5" fmla="*/ 0 w 8946510"/>
              <a:gd name="connsiteY5" fmla="*/ 2639589 h 13936140"/>
              <a:gd name="connsiteX6" fmla="*/ 3868014 w 8946510"/>
              <a:gd name="connsiteY6" fmla="*/ 0 h 1393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6510" h="13936140">
                <a:moveTo>
                  <a:pt x="3879008" y="0"/>
                </a:moveTo>
                <a:lnTo>
                  <a:pt x="8946510" y="7425845"/>
                </a:lnTo>
                <a:lnTo>
                  <a:pt x="8946510" y="11298977"/>
                </a:lnTo>
                <a:lnTo>
                  <a:pt x="5082050" y="13936140"/>
                </a:lnTo>
                <a:lnTo>
                  <a:pt x="0" y="6488978"/>
                </a:lnTo>
                <a:lnTo>
                  <a:pt x="0" y="2639589"/>
                </a:lnTo>
                <a:lnTo>
                  <a:pt x="3868014" y="0"/>
                </a:lnTo>
                <a:close/>
              </a:path>
            </a:pathLst>
          </a:cu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  <a:gs pos="95000">
                <a:schemeClr val="bg1"/>
              </a:gs>
              <a:gs pos="5000">
                <a:schemeClr val="bg1"/>
              </a:gs>
              <a:gs pos="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4910E85-A840-A34D-ACA6-7D1ECD4967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7298" y="6396668"/>
            <a:ext cx="931790" cy="271466"/>
          </a:xfrm>
          <a:prstGeom prst="rect">
            <a:avLst/>
          </a:prstGeom>
        </p:spPr>
      </p:pic>
      <p:sp>
        <p:nvSpPr>
          <p:cNvPr id="22" name="Title 3">
            <a:extLst>
              <a:ext uri="{FF2B5EF4-FFF2-40B4-BE49-F238E27FC236}">
                <a16:creationId xmlns:a16="http://schemas.microsoft.com/office/drawing/2014/main" id="{BBEAF997-6809-4636-8337-1DC306436A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99" y="388845"/>
            <a:ext cx="11303999" cy="990001"/>
          </a:xfrm>
        </p:spPr>
        <p:txBody>
          <a:bodyPr vert="horz" lIns="0" tIns="45720" rIns="91440" bIns="45720" rtlCol="0" anchor="ctr" anchorCtr="0">
            <a:noAutofit/>
          </a:bodyPr>
          <a:lstStyle>
            <a:lvl1pPr>
              <a:defRPr lang="en-GB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US" dirty="0"/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E2FC26A-8D8D-4044-8040-65574EFDEA21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1"/>
            </p:custDataLst>
          </p:nvPr>
        </p:nvSpPr>
        <p:spPr>
          <a:xfrm>
            <a:off x="442799" y="1457999"/>
            <a:ext cx="11288344" cy="276999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833661B-FDB1-4FD2-AA10-7509875192F6}"/>
              </a:ext>
            </a:extLst>
          </p:cNvPr>
          <p:cNvSpPr/>
          <p:nvPr userDrawn="1"/>
        </p:nvSpPr>
        <p:spPr>
          <a:xfrm>
            <a:off x="10989256" y="0"/>
            <a:ext cx="1204989" cy="1094936"/>
          </a:xfrm>
          <a:custGeom>
            <a:avLst/>
            <a:gdLst>
              <a:gd name="connsiteX0" fmla="*/ 0 w 3911600"/>
              <a:gd name="connsiteY0" fmla="*/ 0 h 4438650"/>
              <a:gd name="connsiteX1" fmla="*/ 2641600 w 3911600"/>
              <a:gd name="connsiteY1" fmla="*/ 1784350 h 4438650"/>
              <a:gd name="connsiteX2" fmla="*/ 1384300 w 3911600"/>
              <a:gd name="connsiteY2" fmla="*/ 2673350 h 4438650"/>
              <a:gd name="connsiteX3" fmla="*/ 3911600 w 3911600"/>
              <a:gd name="connsiteY3" fmla="*/ 4438650 h 4438650"/>
              <a:gd name="connsiteX4" fmla="*/ 3911600 w 3911600"/>
              <a:gd name="connsiteY4" fmla="*/ 6350 h 4438650"/>
              <a:gd name="connsiteX5" fmla="*/ 0 w 3911600"/>
              <a:gd name="connsiteY5" fmla="*/ 0 h 4438650"/>
              <a:gd name="connsiteX0" fmla="*/ 0 w 3921125"/>
              <a:gd name="connsiteY0" fmla="*/ 0 h 4438650"/>
              <a:gd name="connsiteX1" fmla="*/ 2641600 w 3921125"/>
              <a:gd name="connsiteY1" fmla="*/ 1784350 h 4438650"/>
              <a:gd name="connsiteX2" fmla="*/ 1384300 w 3921125"/>
              <a:gd name="connsiteY2" fmla="*/ 2673350 h 4438650"/>
              <a:gd name="connsiteX3" fmla="*/ 3911600 w 3921125"/>
              <a:gd name="connsiteY3" fmla="*/ 4438650 h 4438650"/>
              <a:gd name="connsiteX4" fmla="*/ 3921125 w 3921125"/>
              <a:gd name="connsiteY4" fmla="*/ 6350 h 4438650"/>
              <a:gd name="connsiteX5" fmla="*/ 0 w 3921125"/>
              <a:gd name="connsiteY5" fmla="*/ 0 h 4438650"/>
              <a:gd name="connsiteX0" fmla="*/ 0 w 4187458"/>
              <a:gd name="connsiteY0" fmla="*/ 0 h 4438650"/>
              <a:gd name="connsiteX1" fmla="*/ 2907933 w 4187458"/>
              <a:gd name="connsiteY1" fmla="*/ 1784350 h 4438650"/>
              <a:gd name="connsiteX2" fmla="*/ 1650633 w 4187458"/>
              <a:gd name="connsiteY2" fmla="*/ 2673350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438650"/>
              <a:gd name="connsiteX1" fmla="*/ 2341976 w 4187458"/>
              <a:gd name="connsiteY1" fmla="*/ 1684474 h 4438650"/>
              <a:gd name="connsiteX2" fmla="*/ 1650633 w 4187458"/>
              <a:gd name="connsiteY2" fmla="*/ 2673350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438650"/>
              <a:gd name="connsiteX1" fmla="*/ 2341976 w 4187458"/>
              <a:gd name="connsiteY1" fmla="*/ 1684474 h 4438650"/>
              <a:gd name="connsiteX2" fmla="*/ 1301070 w 4187458"/>
              <a:gd name="connsiteY2" fmla="*/ 2390372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438650"/>
              <a:gd name="connsiteX1" fmla="*/ 2325330 w 4187458"/>
              <a:gd name="connsiteY1" fmla="*/ 1642860 h 4438650"/>
              <a:gd name="connsiteX2" fmla="*/ 1301070 w 4187458"/>
              <a:gd name="connsiteY2" fmla="*/ 2390372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438650"/>
              <a:gd name="connsiteX1" fmla="*/ 2325330 w 4187458"/>
              <a:gd name="connsiteY1" fmla="*/ 1642860 h 4438650"/>
              <a:gd name="connsiteX2" fmla="*/ 1292747 w 4187458"/>
              <a:gd name="connsiteY2" fmla="*/ 2365403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322129"/>
              <a:gd name="connsiteX1" fmla="*/ 2325330 w 4187458"/>
              <a:gd name="connsiteY1" fmla="*/ 1642860 h 4322129"/>
              <a:gd name="connsiteX2" fmla="*/ 1292747 w 4187458"/>
              <a:gd name="connsiteY2" fmla="*/ 2365403 h 4322129"/>
              <a:gd name="connsiteX3" fmla="*/ 4177932 w 4187458"/>
              <a:gd name="connsiteY3" fmla="*/ 4322129 h 4322129"/>
              <a:gd name="connsiteX4" fmla="*/ 4187458 w 4187458"/>
              <a:gd name="connsiteY4" fmla="*/ 6350 h 4322129"/>
              <a:gd name="connsiteX5" fmla="*/ 0 w 4187458"/>
              <a:gd name="connsiteY5" fmla="*/ 0 h 4322129"/>
              <a:gd name="connsiteX0" fmla="*/ 0 w 4191089"/>
              <a:gd name="connsiteY0" fmla="*/ 0 h 4334615"/>
              <a:gd name="connsiteX1" fmla="*/ 2325330 w 4191089"/>
              <a:gd name="connsiteY1" fmla="*/ 1642860 h 4334615"/>
              <a:gd name="connsiteX2" fmla="*/ 1292747 w 4191089"/>
              <a:gd name="connsiteY2" fmla="*/ 2365403 h 4334615"/>
              <a:gd name="connsiteX3" fmla="*/ 4190418 w 4191089"/>
              <a:gd name="connsiteY3" fmla="*/ 4334615 h 4334615"/>
              <a:gd name="connsiteX4" fmla="*/ 4187458 w 4191089"/>
              <a:gd name="connsiteY4" fmla="*/ 6350 h 4334615"/>
              <a:gd name="connsiteX5" fmla="*/ 0 w 4191089"/>
              <a:gd name="connsiteY5" fmla="*/ 0 h 4334615"/>
              <a:gd name="connsiteX0" fmla="*/ 0 w 4191089"/>
              <a:gd name="connsiteY0" fmla="*/ 0 h 4334615"/>
              <a:gd name="connsiteX1" fmla="*/ 2325330 w 4191089"/>
              <a:gd name="connsiteY1" fmla="*/ 1642860 h 4334615"/>
              <a:gd name="connsiteX2" fmla="*/ 1317716 w 4191089"/>
              <a:gd name="connsiteY2" fmla="*/ 2340434 h 4334615"/>
              <a:gd name="connsiteX3" fmla="*/ 4190418 w 4191089"/>
              <a:gd name="connsiteY3" fmla="*/ 4334615 h 4334615"/>
              <a:gd name="connsiteX4" fmla="*/ 4187458 w 4191089"/>
              <a:gd name="connsiteY4" fmla="*/ 6350 h 4334615"/>
              <a:gd name="connsiteX5" fmla="*/ 0 w 4191089"/>
              <a:gd name="connsiteY5" fmla="*/ 0 h 4334615"/>
              <a:gd name="connsiteX0" fmla="*/ 0 w 4191089"/>
              <a:gd name="connsiteY0" fmla="*/ 0 h 4334615"/>
              <a:gd name="connsiteX1" fmla="*/ 2435663 w 4191089"/>
              <a:gd name="connsiteY1" fmla="*/ 1664926 h 4334615"/>
              <a:gd name="connsiteX2" fmla="*/ 1317716 w 4191089"/>
              <a:gd name="connsiteY2" fmla="*/ 2340434 h 4334615"/>
              <a:gd name="connsiteX3" fmla="*/ 4190418 w 4191089"/>
              <a:gd name="connsiteY3" fmla="*/ 4334615 h 4334615"/>
              <a:gd name="connsiteX4" fmla="*/ 4187458 w 4191089"/>
              <a:gd name="connsiteY4" fmla="*/ 6350 h 4334615"/>
              <a:gd name="connsiteX5" fmla="*/ 0 w 4191089"/>
              <a:gd name="connsiteY5" fmla="*/ 0 h 4334615"/>
              <a:gd name="connsiteX0" fmla="*/ 0 w 4191089"/>
              <a:gd name="connsiteY0" fmla="*/ 0 h 4334615"/>
              <a:gd name="connsiteX1" fmla="*/ 2435663 w 4191089"/>
              <a:gd name="connsiteY1" fmla="*/ 1664926 h 4334615"/>
              <a:gd name="connsiteX2" fmla="*/ 1626653 w 4191089"/>
              <a:gd name="connsiteY2" fmla="*/ 2208032 h 4334615"/>
              <a:gd name="connsiteX3" fmla="*/ 4190418 w 4191089"/>
              <a:gd name="connsiteY3" fmla="*/ 4334615 h 4334615"/>
              <a:gd name="connsiteX4" fmla="*/ 4187458 w 4191089"/>
              <a:gd name="connsiteY4" fmla="*/ 6350 h 4334615"/>
              <a:gd name="connsiteX5" fmla="*/ 0 w 4191089"/>
              <a:gd name="connsiteY5" fmla="*/ 0 h 4334615"/>
              <a:gd name="connsiteX0" fmla="*/ 0 w 4187458"/>
              <a:gd name="connsiteY0" fmla="*/ 0 h 3849144"/>
              <a:gd name="connsiteX1" fmla="*/ 2435663 w 4187458"/>
              <a:gd name="connsiteY1" fmla="*/ 1664926 h 3849144"/>
              <a:gd name="connsiteX2" fmla="*/ 1626653 w 4187458"/>
              <a:gd name="connsiteY2" fmla="*/ 2208032 h 3849144"/>
              <a:gd name="connsiteX3" fmla="*/ 4146285 w 4187458"/>
              <a:gd name="connsiteY3" fmla="*/ 3849144 h 3849144"/>
              <a:gd name="connsiteX4" fmla="*/ 4187458 w 4187458"/>
              <a:gd name="connsiteY4" fmla="*/ 6350 h 3849144"/>
              <a:gd name="connsiteX5" fmla="*/ 0 w 4187458"/>
              <a:gd name="connsiteY5" fmla="*/ 0 h 3849144"/>
              <a:gd name="connsiteX0" fmla="*/ 0 w 4187458"/>
              <a:gd name="connsiteY0" fmla="*/ 0 h 3849144"/>
              <a:gd name="connsiteX1" fmla="*/ 2435663 w 4187458"/>
              <a:gd name="connsiteY1" fmla="*/ 1664926 h 3849144"/>
              <a:gd name="connsiteX2" fmla="*/ 1692854 w 4187458"/>
              <a:gd name="connsiteY2" fmla="*/ 2185965 h 3849144"/>
              <a:gd name="connsiteX3" fmla="*/ 4146285 w 4187458"/>
              <a:gd name="connsiteY3" fmla="*/ 3849144 h 3849144"/>
              <a:gd name="connsiteX4" fmla="*/ 4187458 w 4187458"/>
              <a:gd name="connsiteY4" fmla="*/ 6350 h 3849144"/>
              <a:gd name="connsiteX5" fmla="*/ 0 w 4187458"/>
              <a:gd name="connsiteY5" fmla="*/ 0 h 3849144"/>
              <a:gd name="connsiteX0" fmla="*/ 0 w 4187458"/>
              <a:gd name="connsiteY0" fmla="*/ 0 h 3805010"/>
              <a:gd name="connsiteX1" fmla="*/ 2435663 w 4187458"/>
              <a:gd name="connsiteY1" fmla="*/ 1664926 h 3805010"/>
              <a:gd name="connsiteX2" fmla="*/ 1692854 w 4187458"/>
              <a:gd name="connsiteY2" fmla="*/ 2185965 h 3805010"/>
              <a:gd name="connsiteX3" fmla="*/ 4146285 w 4187458"/>
              <a:gd name="connsiteY3" fmla="*/ 3805010 h 3805010"/>
              <a:gd name="connsiteX4" fmla="*/ 4187458 w 4187458"/>
              <a:gd name="connsiteY4" fmla="*/ 6350 h 3805010"/>
              <a:gd name="connsiteX5" fmla="*/ 0 w 4187458"/>
              <a:gd name="connsiteY5" fmla="*/ 0 h 3805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87458" h="3805010">
                <a:moveTo>
                  <a:pt x="0" y="0"/>
                </a:moveTo>
                <a:lnTo>
                  <a:pt x="2435663" y="1664926"/>
                </a:lnTo>
                <a:lnTo>
                  <a:pt x="1692854" y="2185965"/>
                </a:lnTo>
                <a:lnTo>
                  <a:pt x="4146285" y="3805010"/>
                </a:lnTo>
                <a:cubicBezTo>
                  <a:pt x="4149460" y="2366417"/>
                  <a:pt x="4184283" y="1444943"/>
                  <a:pt x="4187458" y="635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0000">
                <a:schemeClr val="accent2"/>
              </a:gs>
              <a:gs pos="75000">
                <a:schemeClr val="accent2"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56BE9C3-9D24-4D01-BA4D-BF75A9D51FE4}"/>
              </a:ext>
            </a:extLst>
          </p:cNvPr>
          <p:cNvSpPr/>
          <p:nvPr userDrawn="1"/>
        </p:nvSpPr>
        <p:spPr>
          <a:xfrm>
            <a:off x="11480799" y="658750"/>
            <a:ext cx="714491" cy="992250"/>
          </a:xfrm>
          <a:custGeom>
            <a:avLst/>
            <a:gdLst>
              <a:gd name="connsiteX0" fmla="*/ 2545080 w 2545080"/>
              <a:gd name="connsiteY0" fmla="*/ 0 h 3543300"/>
              <a:gd name="connsiteX1" fmla="*/ 0 w 2545080"/>
              <a:gd name="connsiteY1" fmla="*/ 1767840 h 3543300"/>
              <a:gd name="connsiteX2" fmla="*/ 2545080 w 2545080"/>
              <a:gd name="connsiteY2" fmla="*/ 3543300 h 3543300"/>
              <a:gd name="connsiteX3" fmla="*/ 2545080 w 2545080"/>
              <a:gd name="connsiteY3" fmla="*/ 0 h 3543300"/>
              <a:gd name="connsiteX0" fmla="*/ 2548255 w 2548255"/>
              <a:gd name="connsiteY0" fmla="*/ 0 h 3543300"/>
              <a:gd name="connsiteX1" fmla="*/ 0 w 2548255"/>
              <a:gd name="connsiteY1" fmla="*/ 1767840 h 3543300"/>
              <a:gd name="connsiteX2" fmla="*/ 2545080 w 2548255"/>
              <a:gd name="connsiteY2" fmla="*/ 3543300 h 3543300"/>
              <a:gd name="connsiteX3" fmla="*/ 2548255 w 2548255"/>
              <a:gd name="connsiteY3" fmla="*/ 0 h 3543300"/>
              <a:gd name="connsiteX0" fmla="*/ 2551430 w 2551430"/>
              <a:gd name="connsiteY0" fmla="*/ 0 h 3543300"/>
              <a:gd name="connsiteX1" fmla="*/ 0 w 2551430"/>
              <a:gd name="connsiteY1" fmla="*/ 1767840 h 3543300"/>
              <a:gd name="connsiteX2" fmla="*/ 2545080 w 2551430"/>
              <a:gd name="connsiteY2" fmla="*/ 3543300 h 3543300"/>
              <a:gd name="connsiteX3" fmla="*/ 2551430 w 2551430"/>
              <a:gd name="connsiteY3" fmla="*/ 0 h 3543300"/>
              <a:gd name="connsiteX0" fmla="*/ 2551430 w 2551430"/>
              <a:gd name="connsiteY0" fmla="*/ 0 h 3543300"/>
              <a:gd name="connsiteX1" fmla="*/ 0 w 2551430"/>
              <a:gd name="connsiteY1" fmla="*/ 1767840 h 3543300"/>
              <a:gd name="connsiteX2" fmla="*/ 2545080 w 2551430"/>
              <a:gd name="connsiteY2" fmla="*/ 3543300 h 3543300"/>
              <a:gd name="connsiteX3" fmla="*/ 2551430 w 2551430"/>
              <a:gd name="connsiteY3" fmla="*/ 0 h 35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1430" h="3543300">
                <a:moveTo>
                  <a:pt x="2551430" y="0"/>
                </a:moveTo>
                <a:lnTo>
                  <a:pt x="0" y="1767840"/>
                </a:lnTo>
                <a:lnTo>
                  <a:pt x="2545080" y="3543300"/>
                </a:lnTo>
                <a:cubicBezTo>
                  <a:pt x="2546138" y="2362200"/>
                  <a:pt x="2550372" y="1181100"/>
                  <a:pt x="2551430" y="0"/>
                </a:cubicBezTo>
                <a:close/>
              </a:path>
            </a:pathLst>
          </a:custGeom>
          <a:gradFill>
            <a:gsLst>
              <a:gs pos="20000">
                <a:schemeClr val="accent1"/>
              </a:gs>
              <a:gs pos="92000">
                <a:schemeClr val="accent1"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C100CA-D516-42FC-BC3F-FAC2BD900CA3}"/>
              </a:ext>
            </a:extLst>
          </p:cNvPr>
          <p:cNvSpPr/>
          <p:nvPr userDrawn="1"/>
        </p:nvSpPr>
        <p:spPr>
          <a:xfrm>
            <a:off x="0" y="0"/>
            <a:ext cx="109728" cy="6858000"/>
          </a:xfrm>
          <a:prstGeom prst="rect">
            <a:avLst/>
          </a:prstGeom>
          <a:gradFill flip="none" rotWithShape="1">
            <a:gsLst>
              <a:gs pos="68000">
                <a:schemeClr val="accent2"/>
              </a:gs>
              <a:gs pos="98000">
                <a:schemeClr val="accent3"/>
              </a:gs>
              <a:gs pos="33000">
                <a:schemeClr val="accent1"/>
              </a:gs>
              <a:gs pos="0">
                <a:schemeClr val="accent3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6DCDD012-C59E-408C-9BC6-87284E8CBC4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46798" y="2249827"/>
            <a:ext cx="5400000" cy="3096000"/>
          </a:xfrm>
          <a:prstGeom prst="rect">
            <a:avLst/>
          </a:prstGeom>
        </p:spPr>
        <p:txBody>
          <a:bodyPr anchor="ctr" anchorCtr="0"/>
          <a:lstStyle>
            <a:lvl1pPr algn="ctr">
              <a:defRPr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CBDA8CD-2DCF-4C62-A004-4DB05419240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6798" y="5448612"/>
            <a:ext cx="5400000" cy="68921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  <a:defRPr sz="1600" b="0">
                <a:solidFill>
                  <a:schemeClr val="tx2"/>
                </a:solidFill>
              </a:defRPr>
            </a:lvl2pPr>
            <a:lvl3pPr marL="269875" indent="-269875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■"/>
              <a:defRPr sz="1400">
                <a:solidFill>
                  <a:schemeClr val="tx2"/>
                </a:solidFill>
              </a:defRPr>
            </a:lvl3pPr>
            <a:lvl4pPr marL="503238" indent="-233363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►"/>
              <a:defRPr sz="1200">
                <a:solidFill>
                  <a:schemeClr val="tx2"/>
                </a:solidFill>
              </a:defRPr>
            </a:lvl4pPr>
            <a:lvl5pPr marL="717550" indent="-193675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lang="en-GB" sz="105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insert chart commentary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64264AD-E771-4AD5-B1EE-AD1A80E273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2799" y="98303"/>
            <a:ext cx="5846011" cy="2286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  <a:ea typeface="Cambria" panose="0204050305040603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7AC1B6-E17D-439D-A681-3E7005DA4098}"/>
              </a:ext>
            </a:extLst>
          </p:cNvPr>
          <p:cNvSpPr txBox="1"/>
          <p:nvPr userDrawn="1"/>
        </p:nvSpPr>
        <p:spPr>
          <a:xfrm>
            <a:off x="442800" y="6480000"/>
            <a:ext cx="125034" cy="123111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>
              <a:defRPr sz="800" b="1">
                <a:solidFill>
                  <a:schemeClr val="bg2"/>
                </a:solidFill>
                <a:ea typeface="Cambria" panose="02040503050406030204" pitchFamily="18" charset="0"/>
                <a:cs typeface="Georgia" charset="0"/>
              </a:defRPr>
            </a:lvl1pPr>
          </a:lstStyle>
          <a:p>
            <a:pPr lvl="0"/>
            <a:fld id="{F614F82A-B1F0-497E-B440-1AC0EA5CDB07}" type="slidenum">
              <a:rPr lang="en-US"/>
              <a:pPr lvl="0"/>
              <a:t>‹#›</a:t>
            </a:fld>
            <a:endParaRPr lang="en-US" dirty="0" err="1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B988B8B-FFD1-4F96-AC27-37F2C24F27E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42799" y="2249827"/>
            <a:ext cx="5400000" cy="3888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D6DA62B6-9735-4EA3-AD07-FF34EF82B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713" y="6480000"/>
            <a:ext cx="239651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>
                <a:ea typeface="Cambria" panose="02040503050406030204" pitchFamily="18" charset="0"/>
                <a:cs typeface="Calibri" charset="0"/>
              </a:rPr>
              <a:t>© 2023 Copyright Genpact.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63309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8F71B2-5038-4A52-B268-EFEFC6FA9625}"/>
              </a:ext>
            </a:extLst>
          </p:cNvPr>
          <p:cNvSpPr/>
          <p:nvPr/>
        </p:nvSpPr>
        <p:spPr>
          <a:xfrm rot="3341389" flipH="1">
            <a:off x="1619971" y="-3540963"/>
            <a:ext cx="8946510" cy="13936140"/>
          </a:xfrm>
          <a:custGeom>
            <a:avLst/>
            <a:gdLst>
              <a:gd name="connsiteX0" fmla="*/ 3879008 w 8946510"/>
              <a:gd name="connsiteY0" fmla="*/ 0 h 13936140"/>
              <a:gd name="connsiteX1" fmla="*/ 8946510 w 8946510"/>
              <a:gd name="connsiteY1" fmla="*/ 7425845 h 13936140"/>
              <a:gd name="connsiteX2" fmla="*/ 8946510 w 8946510"/>
              <a:gd name="connsiteY2" fmla="*/ 11298977 h 13936140"/>
              <a:gd name="connsiteX3" fmla="*/ 5082050 w 8946510"/>
              <a:gd name="connsiteY3" fmla="*/ 13936140 h 13936140"/>
              <a:gd name="connsiteX4" fmla="*/ 0 w 8946510"/>
              <a:gd name="connsiteY4" fmla="*/ 6488978 h 13936140"/>
              <a:gd name="connsiteX5" fmla="*/ 0 w 8946510"/>
              <a:gd name="connsiteY5" fmla="*/ 2639589 h 13936140"/>
              <a:gd name="connsiteX6" fmla="*/ 3868014 w 8946510"/>
              <a:gd name="connsiteY6" fmla="*/ 0 h 1393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6510" h="13936140">
                <a:moveTo>
                  <a:pt x="3879008" y="0"/>
                </a:moveTo>
                <a:lnTo>
                  <a:pt x="8946510" y="7425845"/>
                </a:lnTo>
                <a:lnTo>
                  <a:pt x="8946510" y="11298977"/>
                </a:lnTo>
                <a:lnTo>
                  <a:pt x="5082050" y="13936140"/>
                </a:lnTo>
                <a:lnTo>
                  <a:pt x="0" y="6488978"/>
                </a:lnTo>
                <a:lnTo>
                  <a:pt x="0" y="2639589"/>
                </a:lnTo>
                <a:lnTo>
                  <a:pt x="3868014" y="0"/>
                </a:lnTo>
                <a:close/>
              </a:path>
            </a:pathLst>
          </a:cu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  <a:gs pos="95000">
                <a:schemeClr val="bg1"/>
              </a:gs>
              <a:gs pos="5000">
                <a:schemeClr val="bg1"/>
              </a:gs>
              <a:gs pos="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7F41918F-AEF0-3549-9EA6-E7B6AA50A0F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7298" y="6396668"/>
            <a:ext cx="931790" cy="271466"/>
          </a:xfrm>
          <a:prstGeom prst="rect">
            <a:avLst/>
          </a:prstGeom>
        </p:spPr>
      </p:pic>
      <p:sp>
        <p:nvSpPr>
          <p:cNvPr id="23" name="Title 3">
            <a:extLst>
              <a:ext uri="{FF2B5EF4-FFF2-40B4-BE49-F238E27FC236}">
                <a16:creationId xmlns:a16="http://schemas.microsoft.com/office/drawing/2014/main" id="{D6E09562-C092-4EC4-9CB9-870580178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99" y="388845"/>
            <a:ext cx="11303999" cy="990001"/>
          </a:xfrm>
        </p:spPr>
        <p:txBody>
          <a:bodyPr vert="horz" lIns="0" tIns="45720" rIns="91440" bIns="45720" rtlCol="0" anchor="ctr" anchorCtr="0">
            <a:noAutofit/>
          </a:bodyPr>
          <a:lstStyle>
            <a:lvl1pPr>
              <a:defRPr lang="en-GB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9C27CBC-6D6C-4277-BB7A-F462AFC68F16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1"/>
            </p:custDataLst>
          </p:nvPr>
        </p:nvSpPr>
        <p:spPr>
          <a:xfrm>
            <a:off x="442799" y="1457999"/>
            <a:ext cx="11288344" cy="276999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74723B6-0B34-4771-BC50-18FC48527B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799" y="98303"/>
            <a:ext cx="5846011" cy="2286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  <a:ea typeface="Cambria" panose="020405030504060302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8A1AF2-E8EC-4AF2-BE91-594808F11BAD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flip="none" rotWithShape="1">
            <a:gsLst>
              <a:gs pos="68000">
                <a:schemeClr val="accent2"/>
              </a:gs>
              <a:gs pos="98000">
                <a:schemeClr val="accent3"/>
              </a:gs>
              <a:gs pos="33000">
                <a:schemeClr val="accent1"/>
              </a:gs>
              <a:gs pos="0">
                <a:schemeClr val="accent3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039E2CB-9F37-473F-93FB-D42BBF5BAAA9}"/>
              </a:ext>
            </a:extLst>
          </p:cNvPr>
          <p:cNvSpPr/>
          <p:nvPr/>
        </p:nvSpPr>
        <p:spPr>
          <a:xfrm>
            <a:off x="10989256" y="0"/>
            <a:ext cx="1204989" cy="1094936"/>
          </a:xfrm>
          <a:custGeom>
            <a:avLst/>
            <a:gdLst>
              <a:gd name="connsiteX0" fmla="*/ 0 w 3911600"/>
              <a:gd name="connsiteY0" fmla="*/ 0 h 4438650"/>
              <a:gd name="connsiteX1" fmla="*/ 2641600 w 3911600"/>
              <a:gd name="connsiteY1" fmla="*/ 1784350 h 4438650"/>
              <a:gd name="connsiteX2" fmla="*/ 1384300 w 3911600"/>
              <a:gd name="connsiteY2" fmla="*/ 2673350 h 4438650"/>
              <a:gd name="connsiteX3" fmla="*/ 3911600 w 3911600"/>
              <a:gd name="connsiteY3" fmla="*/ 4438650 h 4438650"/>
              <a:gd name="connsiteX4" fmla="*/ 3911600 w 3911600"/>
              <a:gd name="connsiteY4" fmla="*/ 6350 h 4438650"/>
              <a:gd name="connsiteX5" fmla="*/ 0 w 3911600"/>
              <a:gd name="connsiteY5" fmla="*/ 0 h 4438650"/>
              <a:gd name="connsiteX0" fmla="*/ 0 w 3921125"/>
              <a:gd name="connsiteY0" fmla="*/ 0 h 4438650"/>
              <a:gd name="connsiteX1" fmla="*/ 2641600 w 3921125"/>
              <a:gd name="connsiteY1" fmla="*/ 1784350 h 4438650"/>
              <a:gd name="connsiteX2" fmla="*/ 1384300 w 3921125"/>
              <a:gd name="connsiteY2" fmla="*/ 2673350 h 4438650"/>
              <a:gd name="connsiteX3" fmla="*/ 3911600 w 3921125"/>
              <a:gd name="connsiteY3" fmla="*/ 4438650 h 4438650"/>
              <a:gd name="connsiteX4" fmla="*/ 3921125 w 3921125"/>
              <a:gd name="connsiteY4" fmla="*/ 6350 h 4438650"/>
              <a:gd name="connsiteX5" fmla="*/ 0 w 3921125"/>
              <a:gd name="connsiteY5" fmla="*/ 0 h 4438650"/>
              <a:gd name="connsiteX0" fmla="*/ 0 w 4187458"/>
              <a:gd name="connsiteY0" fmla="*/ 0 h 4438650"/>
              <a:gd name="connsiteX1" fmla="*/ 2907933 w 4187458"/>
              <a:gd name="connsiteY1" fmla="*/ 1784350 h 4438650"/>
              <a:gd name="connsiteX2" fmla="*/ 1650633 w 4187458"/>
              <a:gd name="connsiteY2" fmla="*/ 2673350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438650"/>
              <a:gd name="connsiteX1" fmla="*/ 2341976 w 4187458"/>
              <a:gd name="connsiteY1" fmla="*/ 1684474 h 4438650"/>
              <a:gd name="connsiteX2" fmla="*/ 1650633 w 4187458"/>
              <a:gd name="connsiteY2" fmla="*/ 2673350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438650"/>
              <a:gd name="connsiteX1" fmla="*/ 2341976 w 4187458"/>
              <a:gd name="connsiteY1" fmla="*/ 1684474 h 4438650"/>
              <a:gd name="connsiteX2" fmla="*/ 1301070 w 4187458"/>
              <a:gd name="connsiteY2" fmla="*/ 2390372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438650"/>
              <a:gd name="connsiteX1" fmla="*/ 2325330 w 4187458"/>
              <a:gd name="connsiteY1" fmla="*/ 1642860 h 4438650"/>
              <a:gd name="connsiteX2" fmla="*/ 1301070 w 4187458"/>
              <a:gd name="connsiteY2" fmla="*/ 2390372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438650"/>
              <a:gd name="connsiteX1" fmla="*/ 2325330 w 4187458"/>
              <a:gd name="connsiteY1" fmla="*/ 1642860 h 4438650"/>
              <a:gd name="connsiteX2" fmla="*/ 1292747 w 4187458"/>
              <a:gd name="connsiteY2" fmla="*/ 2365403 h 4438650"/>
              <a:gd name="connsiteX3" fmla="*/ 4177933 w 4187458"/>
              <a:gd name="connsiteY3" fmla="*/ 4438650 h 4438650"/>
              <a:gd name="connsiteX4" fmla="*/ 4187458 w 4187458"/>
              <a:gd name="connsiteY4" fmla="*/ 6350 h 4438650"/>
              <a:gd name="connsiteX5" fmla="*/ 0 w 4187458"/>
              <a:gd name="connsiteY5" fmla="*/ 0 h 4438650"/>
              <a:gd name="connsiteX0" fmla="*/ 0 w 4187458"/>
              <a:gd name="connsiteY0" fmla="*/ 0 h 4322129"/>
              <a:gd name="connsiteX1" fmla="*/ 2325330 w 4187458"/>
              <a:gd name="connsiteY1" fmla="*/ 1642860 h 4322129"/>
              <a:gd name="connsiteX2" fmla="*/ 1292747 w 4187458"/>
              <a:gd name="connsiteY2" fmla="*/ 2365403 h 4322129"/>
              <a:gd name="connsiteX3" fmla="*/ 4177932 w 4187458"/>
              <a:gd name="connsiteY3" fmla="*/ 4322129 h 4322129"/>
              <a:gd name="connsiteX4" fmla="*/ 4187458 w 4187458"/>
              <a:gd name="connsiteY4" fmla="*/ 6350 h 4322129"/>
              <a:gd name="connsiteX5" fmla="*/ 0 w 4187458"/>
              <a:gd name="connsiteY5" fmla="*/ 0 h 4322129"/>
              <a:gd name="connsiteX0" fmla="*/ 0 w 4191089"/>
              <a:gd name="connsiteY0" fmla="*/ 0 h 4334615"/>
              <a:gd name="connsiteX1" fmla="*/ 2325330 w 4191089"/>
              <a:gd name="connsiteY1" fmla="*/ 1642860 h 4334615"/>
              <a:gd name="connsiteX2" fmla="*/ 1292747 w 4191089"/>
              <a:gd name="connsiteY2" fmla="*/ 2365403 h 4334615"/>
              <a:gd name="connsiteX3" fmla="*/ 4190418 w 4191089"/>
              <a:gd name="connsiteY3" fmla="*/ 4334615 h 4334615"/>
              <a:gd name="connsiteX4" fmla="*/ 4187458 w 4191089"/>
              <a:gd name="connsiteY4" fmla="*/ 6350 h 4334615"/>
              <a:gd name="connsiteX5" fmla="*/ 0 w 4191089"/>
              <a:gd name="connsiteY5" fmla="*/ 0 h 4334615"/>
              <a:gd name="connsiteX0" fmla="*/ 0 w 4191089"/>
              <a:gd name="connsiteY0" fmla="*/ 0 h 4334615"/>
              <a:gd name="connsiteX1" fmla="*/ 2325330 w 4191089"/>
              <a:gd name="connsiteY1" fmla="*/ 1642860 h 4334615"/>
              <a:gd name="connsiteX2" fmla="*/ 1317716 w 4191089"/>
              <a:gd name="connsiteY2" fmla="*/ 2340434 h 4334615"/>
              <a:gd name="connsiteX3" fmla="*/ 4190418 w 4191089"/>
              <a:gd name="connsiteY3" fmla="*/ 4334615 h 4334615"/>
              <a:gd name="connsiteX4" fmla="*/ 4187458 w 4191089"/>
              <a:gd name="connsiteY4" fmla="*/ 6350 h 4334615"/>
              <a:gd name="connsiteX5" fmla="*/ 0 w 4191089"/>
              <a:gd name="connsiteY5" fmla="*/ 0 h 4334615"/>
              <a:gd name="connsiteX0" fmla="*/ 0 w 4191089"/>
              <a:gd name="connsiteY0" fmla="*/ 0 h 4334615"/>
              <a:gd name="connsiteX1" fmla="*/ 2435663 w 4191089"/>
              <a:gd name="connsiteY1" fmla="*/ 1664926 h 4334615"/>
              <a:gd name="connsiteX2" fmla="*/ 1317716 w 4191089"/>
              <a:gd name="connsiteY2" fmla="*/ 2340434 h 4334615"/>
              <a:gd name="connsiteX3" fmla="*/ 4190418 w 4191089"/>
              <a:gd name="connsiteY3" fmla="*/ 4334615 h 4334615"/>
              <a:gd name="connsiteX4" fmla="*/ 4187458 w 4191089"/>
              <a:gd name="connsiteY4" fmla="*/ 6350 h 4334615"/>
              <a:gd name="connsiteX5" fmla="*/ 0 w 4191089"/>
              <a:gd name="connsiteY5" fmla="*/ 0 h 4334615"/>
              <a:gd name="connsiteX0" fmla="*/ 0 w 4191089"/>
              <a:gd name="connsiteY0" fmla="*/ 0 h 4334615"/>
              <a:gd name="connsiteX1" fmla="*/ 2435663 w 4191089"/>
              <a:gd name="connsiteY1" fmla="*/ 1664926 h 4334615"/>
              <a:gd name="connsiteX2" fmla="*/ 1626653 w 4191089"/>
              <a:gd name="connsiteY2" fmla="*/ 2208032 h 4334615"/>
              <a:gd name="connsiteX3" fmla="*/ 4190418 w 4191089"/>
              <a:gd name="connsiteY3" fmla="*/ 4334615 h 4334615"/>
              <a:gd name="connsiteX4" fmla="*/ 4187458 w 4191089"/>
              <a:gd name="connsiteY4" fmla="*/ 6350 h 4334615"/>
              <a:gd name="connsiteX5" fmla="*/ 0 w 4191089"/>
              <a:gd name="connsiteY5" fmla="*/ 0 h 4334615"/>
              <a:gd name="connsiteX0" fmla="*/ 0 w 4187458"/>
              <a:gd name="connsiteY0" fmla="*/ 0 h 3849144"/>
              <a:gd name="connsiteX1" fmla="*/ 2435663 w 4187458"/>
              <a:gd name="connsiteY1" fmla="*/ 1664926 h 3849144"/>
              <a:gd name="connsiteX2" fmla="*/ 1626653 w 4187458"/>
              <a:gd name="connsiteY2" fmla="*/ 2208032 h 3849144"/>
              <a:gd name="connsiteX3" fmla="*/ 4146285 w 4187458"/>
              <a:gd name="connsiteY3" fmla="*/ 3849144 h 3849144"/>
              <a:gd name="connsiteX4" fmla="*/ 4187458 w 4187458"/>
              <a:gd name="connsiteY4" fmla="*/ 6350 h 3849144"/>
              <a:gd name="connsiteX5" fmla="*/ 0 w 4187458"/>
              <a:gd name="connsiteY5" fmla="*/ 0 h 3849144"/>
              <a:gd name="connsiteX0" fmla="*/ 0 w 4187458"/>
              <a:gd name="connsiteY0" fmla="*/ 0 h 3849144"/>
              <a:gd name="connsiteX1" fmla="*/ 2435663 w 4187458"/>
              <a:gd name="connsiteY1" fmla="*/ 1664926 h 3849144"/>
              <a:gd name="connsiteX2" fmla="*/ 1692854 w 4187458"/>
              <a:gd name="connsiteY2" fmla="*/ 2185965 h 3849144"/>
              <a:gd name="connsiteX3" fmla="*/ 4146285 w 4187458"/>
              <a:gd name="connsiteY3" fmla="*/ 3849144 h 3849144"/>
              <a:gd name="connsiteX4" fmla="*/ 4187458 w 4187458"/>
              <a:gd name="connsiteY4" fmla="*/ 6350 h 3849144"/>
              <a:gd name="connsiteX5" fmla="*/ 0 w 4187458"/>
              <a:gd name="connsiteY5" fmla="*/ 0 h 3849144"/>
              <a:gd name="connsiteX0" fmla="*/ 0 w 4187458"/>
              <a:gd name="connsiteY0" fmla="*/ 0 h 3805010"/>
              <a:gd name="connsiteX1" fmla="*/ 2435663 w 4187458"/>
              <a:gd name="connsiteY1" fmla="*/ 1664926 h 3805010"/>
              <a:gd name="connsiteX2" fmla="*/ 1692854 w 4187458"/>
              <a:gd name="connsiteY2" fmla="*/ 2185965 h 3805010"/>
              <a:gd name="connsiteX3" fmla="*/ 4146285 w 4187458"/>
              <a:gd name="connsiteY3" fmla="*/ 3805010 h 3805010"/>
              <a:gd name="connsiteX4" fmla="*/ 4187458 w 4187458"/>
              <a:gd name="connsiteY4" fmla="*/ 6350 h 3805010"/>
              <a:gd name="connsiteX5" fmla="*/ 0 w 4187458"/>
              <a:gd name="connsiteY5" fmla="*/ 0 h 3805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87458" h="3805010">
                <a:moveTo>
                  <a:pt x="0" y="0"/>
                </a:moveTo>
                <a:lnTo>
                  <a:pt x="2435663" y="1664926"/>
                </a:lnTo>
                <a:lnTo>
                  <a:pt x="1692854" y="2185965"/>
                </a:lnTo>
                <a:lnTo>
                  <a:pt x="4146285" y="3805010"/>
                </a:lnTo>
                <a:cubicBezTo>
                  <a:pt x="4149460" y="2366417"/>
                  <a:pt x="4184283" y="1444943"/>
                  <a:pt x="4187458" y="635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0000">
                <a:schemeClr val="accent2"/>
              </a:gs>
              <a:gs pos="75000">
                <a:schemeClr val="accent2"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D7842F8-F35D-4368-B212-80696337494A}"/>
              </a:ext>
            </a:extLst>
          </p:cNvPr>
          <p:cNvSpPr/>
          <p:nvPr/>
        </p:nvSpPr>
        <p:spPr>
          <a:xfrm>
            <a:off x="11480799" y="658750"/>
            <a:ext cx="714491" cy="992250"/>
          </a:xfrm>
          <a:custGeom>
            <a:avLst/>
            <a:gdLst>
              <a:gd name="connsiteX0" fmla="*/ 2545080 w 2545080"/>
              <a:gd name="connsiteY0" fmla="*/ 0 h 3543300"/>
              <a:gd name="connsiteX1" fmla="*/ 0 w 2545080"/>
              <a:gd name="connsiteY1" fmla="*/ 1767840 h 3543300"/>
              <a:gd name="connsiteX2" fmla="*/ 2545080 w 2545080"/>
              <a:gd name="connsiteY2" fmla="*/ 3543300 h 3543300"/>
              <a:gd name="connsiteX3" fmla="*/ 2545080 w 2545080"/>
              <a:gd name="connsiteY3" fmla="*/ 0 h 3543300"/>
              <a:gd name="connsiteX0" fmla="*/ 2548255 w 2548255"/>
              <a:gd name="connsiteY0" fmla="*/ 0 h 3543300"/>
              <a:gd name="connsiteX1" fmla="*/ 0 w 2548255"/>
              <a:gd name="connsiteY1" fmla="*/ 1767840 h 3543300"/>
              <a:gd name="connsiteX2" fmla="*/ 2545080 w 2548255"/>
              <a:gd name="connsiteY2" fmla="*/ 3543300 h 3543300"/>
              <a:gd name="connsiteX3" fmla="*/ 2548255 w 2548255"/>
              <a:gd name="connsiteY3" fmla="*/ 0 h 3543300"/>
              <a:gd name="connsiteX0" fmla="*/ 2551430 w 2551430"/>
              <a:gd name="connsiteY0" fmla="*/ 0 h 3543300"/>
              <a:gd name="connsiteX1" fmla="*/ 0 w 2551430"/>
              <a:gd name="connsiteY1" fmla="*/ 1767840 h 3543300"/>
              <a:gd name="connsiteX2" fmla="*/ 2545080 w 2551430"/>
              <a:gd name="connsiteY2" fmla="*/ 3543300 h 3543300"/>
              <a:gd name="connsiteX3" fmla="*/ 2551430 w 2551430"/>
              <a:gd name="connsiteY3" fmla="*/ 0 h 3543300"/>
              <a:gd name="connsiteX0" fmla="*/ 2551430 w 2551430"/>
              <a:gd name="connsiteY0" fmla="*/ 0 h 3543300"/>
              <a:gd name="connsiteX1" fmla="*/ 0 w 2551430"/>
              <a:gd name="connsiteY1" fmla="*/ 1767840 h 3543300"/>
              <a:gd name="connsiteX2" fmla="*/ 2545080 w 2551430"/>
              <a:gd name="connsiteY2" fmla="*/ 3543300 h 3543300"/>
              <a:gd name="connsiteX3" fmla="*/ 2551430 w 2551430"/>
              <a:gd name="connsiteY3" fmla="*/ 0 h 35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1430" h="3543300">
                <a:moveTo>
                  <a:pt x="2551430" y="0"/>
                </a:moveTo>
                <a:lnTo>
                  <a:pt x="0" y="1767840"/>
                </a:lnTo>
                <a:lnTo>
                  <a:pt x="2545080" y="3543300"/>
                </a:lnTo>
                <a:cubicBezTo>
                  <a:pt x="2546138" y="2362200"/>
                  <a:pt x="2550372" y="1181100"/>
                  <a:pt x="2551430" y="0"/>
                </a:cubicBezTo>
                <a:close/>
              </a:path>
            </a:pathLst>
          </a:custGeom>
          <a:gradFill>
            <a:gsLst>
              <a:gs pos="20000">
                <a:schemeClr val="accent1"/>
              </a:gs>
              <a:gs pos="92000">
                <a:schemeClr val="accent1"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4B9BE4BA-75D7-4854-BDC1-5F8B83854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713" y="6480000"/>
            <a:ext cx="239651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/>
              <a:t>© 2022 Copyright Genpact. All Rights Reserved.</a:t>
            </a:r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8BC242-7955-47DB-A884-23F7B8DC8ADC}"/>
              </a:ext>
            </a:extLst>
          </p:cNvPr>
          <p:cNvSpPr txBox="1"/>
          <p:nvPr/>
        </p:nvSpPr>
        <p:spPr>
          <a:xfrm>
            <a:off x="442800" y="6480000"/>
            <a:ext cx="125034" cy="123111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>
              <a:defRPr sz="800" b="1">
                <a:solidFill>
                  <a:schemeClr val="bg2"/>
                </a:solidFill>
                <a:ea typeface="Cambria" panose="02040503050406030204" pitchFamily="18" charset="0"/>
                <a:cs typeface="Georgia" charset="0"/>
              </a:defRPr>
            </a:lvl1pPr>
          </a:lstStyle>
          <a:p>
            <a:pPr lvl="0"/>
            <a:fld id="{F614F82A-B1F0-497E-B440-1AC0EA5CDB07}" type="slidenum">
              <a:rPr lang="en-US">
                <a:cs typeface="Arial" panose="020B0604020202020204" pitchFamily="34" charset="0"/>
              </a:rPr>
              <a:pPr lvl="0"/>
              <a:t>‹#›</a:t>
            </a:fld>
            <a:endParaRPr lang="en-US">
              <a:cs typeface="Arial" panose="020B0604020202020204" pitchFamily="34" charset="0"/>
            </a:endParaRP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C54E401-1D0D-436B-85F4-4704AD03A9E8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42799" y="2249826"/>
            <a:ext cx="11304000" cy="3888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187827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/ Cor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FE41B66-E82D-4657-A737-E4FA8AC65A18}"/>
              </a:ext>
            </a:extLst>
          </p:cNvPr>
          <p:cNvSpPr/>
          <p:nvPr/>
        </p:nvSpPr>
        <p:spPr>
          <a:xfrm rot="3341389" flipH="1">
            <a:off x="1619971" y="-3540963"/>
            <a:ext cx="8946510" cy="13936140"/>
          </a:xfrm>
          <a:custGeom>
            <a:avLst/>
            <a:gdLst>
              <a:gd name="connsiteX0" fmla="*/ 3879008 w 8946510"/>
              <a:gd name="connsiteY0" fmla="*/ 0 h 13936140"/>
              <a:gd name="connsiteX1" fmla="*/ 8946510 w 8946510"/>
              <a:gd name="connsiteY1" fmla="*/ 7425845 h 13936140"/>
              <a:gd name="connsiteX2" fmla="*/ 8946510 w 8946510"/>
              <a:gd name="connsiteY2" fmla="*/ 11298977 h 13936140"/>
              <a:gd name="connsiteX3" fmla="*/ 5082050 w 8946510"/>
              <a:gd name="connsiteY3" fmla="*/ 13936140 h 13936140"/>
              <a:gd name="connsiteX4" fmla="*/ 0 w 8946510"/>
              <a:gd name="connsiteY4" fmla="*/ 6488978 h 13936140"/>
              <a:gd name="connsiteX5" fmla="*/ 0 w 8946510"/>
              <a:gd name="connsiteY5" fmla="*/ 2639589 h 13936140"/>
              <a:gd name="connsiteX6" fmla="*/ 3868014 w 8946510"/>
              <a:gd name="connsiteY6" fmla="*/ 0 h 1393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6510" h="13936140">
                <a:moveTo>
                  <a:pt x="3879008" y="0"/>
                </a:moveTo>
                <a:lnTo>
                  <a:pt x="8946510" y="7425845"/>
                </a:lnTo>
                <a:lnTo>
                  <a:pt x="8946510" y="11298977"/>
                </a:lnTo>
                <a:lnTo>
                  <a:pt x="5082050" y="13936140"/>
                </a:lnTo>
                <a:lnTo>
                  <a:pt x="0" y="6488978"/>
                </a:lnTo>
                <a:lnTo>
                  <a:pt x="0" y="2639589"/>
                </a:lnTo>
                <a:lnTo>
                  <a:pt x="3868014" y="0"/>
                </a:lnTo>
                <a:close/>
              </a:path>
            </a:pathLst>
          </a:cu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  <a:gs pos="95000">
                <a:schemeClr val="bg1"/>
              </a:gs>
              <a:gs pos="5000">
                <a:schemeClr val="bg1"/>
              </a:gs>
              <a:gs pos="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7020BA19-38E8-4FDA-B53A-16F1C1349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713" y="6480000"/>
            <a:ext cx="239651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/>
              <a:t>© 2022 Copyright Genpact. All Rights Reserved.</a:t>
            </a:r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BAFA92-4783-4C5A-8253-6644BF0A1D2A}"/>
              </a:ext>
            </a:extLst>
          </p:cNvPr>
          <p:cNvSpPr txBox="1"/>
          <p:nvPr/>
        </p:nvSpPr>
        <p:spPr>
          <a:xfrm>
            <a:off x="442800" y="6480000"/>
            <a:ext cx="125034" cy="123111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>
              <a:defRPr sz="800" b="1">
                <a:solidFill>
                  <a:schemeClr val="bg2"/>
                </a:solidFill>
                <a:ea typeface="Cambria" panose="02040503050406030204" pitchFamily="18" charset="0"/>
                <a:cs typeface="Georgia" charset="0"/>
              </a:defRPr>
            </a:lvl1pPr>
          </a:lstStyle>
          <a:p>
            <a:pPr lvl="0"/>
            <a:fld id="{F614F82A-B1F0-497E-B440-1AC0EA5CDB07}" type="slidenum">
              <a:rPr lang="en-US">
                <a:cs typeface="Arial" panose="020B0604020202020204" pitchFamily="34" charset="0"/>
              </a:rPr>
              <a:pPr lvl="0"/>
              <a:t>‹#›</a:t>
            </a:fld>
            <a:endParaRPr lang="en-US"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C1D96A6-5557-3AC3-A3DA-5004415788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17298" y="6396668"/>
            <a:ext cx="931790" cy="2714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0E9922C-3BA1-A923-9F9D-B19DB9C538A0}"/>
              </a:ext>
            </a:extLst>
          </p:cNvPr>
          <p:cNvSpPr/>
          <p:nvPr userDrawn="1"/>
        </p:nvSpPr>
        <p:spPr>
          <a:xfrm>
            <a:off x="0" y="0"/>
            <a:ext cx="109728" cy="6858000"/>
          </a:xfrm>
          <a:prstGeom prst="rect">
            <a:avLst/>
          </a:prstGeom>
          <a:gradFill flip="none" rotWithShape="1">
            <a:gsLst>
              <a:gs pos="68000">
                <a:schemeClr val="accent2"/>
              </a:gs>
              <a:gs pos="98000">
                <a:schemeClr val="accent3"/>
              </a:gs>
              <a:gs pos="33000">
                <a:schemeClr val="accent1"/>
              </a:gs>
              <a:gs pos="0">
                <a:schemeClr val="accent3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05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89F4-09B5-6800-0A6C-02E94D90B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D1018-E449-3A77-496B-F58C4F371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3B3CA-27C7-53D8-760F-CEFEAA8A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39175-93A0-EA51-2055-AD968D7F6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2022 Copyright Genpact.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5F128-E5B4-E60B-B381-778324793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9585C-5425-483E-901C-2652C48CD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935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ags" Target="../tags/tag1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tags" Target="../tags/tag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E0254D-D91A-4DCB-EB2C-6F51CE432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69104-374C-6327-AA9A-FBB6AF730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D40DF-9043-FD2B-0E65-135A44E2BA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83DB9-5EB5-4512-8896-429F93BCDF4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5831A-FB1B-D7E7-CD27-96106A40D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21231-E15F-184C-631B-A76CF10A8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910D2B-7DE2-436C-8C47-8CE46BA8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3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962B6-595A-4E12-A0A9-6972DDBE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01" y="388800"/>
            <a:ext cx="11303999" cy="9900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B6CFD-A46F-4D8C-9DC4-9F9723DA0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713" y="6480000"/>
            <a:ext cx="239651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>
                <a:ea typeface="Cambria" panose="02040503050406030204" pitchFamily="18" charset="0"/>
                <a:cs typeface="Calibri" charset="0"/>
              </a:rPr>
              <a:t>© 2023 Copyright Genpact. All Rights Reserved.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30104F-10D5-4E69-8AD4-DB626BE7DA18}"/>
              </a:ext>
            </a:extLst>
          </p:cNvPr>
          <p:cNvSpPr txBox="1"/>
          <p:nvPr userDrawn="1"/>
        </p:nvSpPr>
        <p:spPr>
          <a:xfrm>
            <a:off x="442800" y="6480000"/>
            <a:ext cx="125034" cy="123111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>
              <a:defRPr sz="800" b="1">
                <a:solidFill>
                  <a:schemeClr val="bg2"/>
                </a:solidFill>
                <a:ea typeface="Cambria" panose="02040503050406030204" pitchFamily="18" charset="0"/>
                <a:cs typeface="Georgia" charset="0"/>
              </a:defRPr>
            </a:lvl1pPr>
          </a:lstStyle>
          <a:p>
            <a:pPr lvl="0"/>
            <a:fld id="{F614F82A-B1F0-497E-B440-1AC0EA5CDB07}" type="slidenum">
              <a:rPr lang="en-US"/>
              <a:pPr lvl="0"/>
              <a:t>‹#›</a:t>
            </a:fld>
            <a:endParaRPr lang="en-US" dirty="0" err="1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D6728C-E3C6-4747-8236-8CE4E2525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000" y="1799999"/>
            <a:ext cx="11303999" cy="432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empower - DO NOT DELETE!!!" hidden="1">
            <a:extLst>
              <a:ext uri="{FF2B5EF4-FFF2-40B4-BE49-F238E27FC236}">
                <a16:creationId xmlns:a16="http://schemas.microsoft.com/office/drawing/2014/main" id="{F8138B8F-DC43-4331-9714-179CEC0AB132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583202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1"/>
        </a:buClr>
        <a:buSzPct val="100000"/>
        <a:buFont typeface="Arial" panose="020B0604020202020204" pitchFamily="34" charset="0"/>
        <a:buNone/>
        <a:defRPr lang="en-GB" sz="3200" b="0" kern="1200" dirty="0">
          <a:solidFill>
            <a:schemeClr val="tx2"/>
          </a:solidFill>
          <a:latin typeface="+mj-lt"/>
          <a:ea typeface="Cambria" panose="02040503050406030204" pitchFamily="18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None/>
        <a:defRPr lang="en-US" sz="1400" b="0" kern="1200" dirty="0">
          <a:solidFill>
            <a:schemeClr val="tx2"/>
          </a:solidFill>
          <a:latin typeface="+mn-lt"/>
          <a:ea typeface="Cambria" panose="02040503050406030204" pitchFamily="18" charset="0"/>
          <a:cs typeface="Calibri" panose="020F0502020204030204" pitchFamily="34" charset="0"/>
        </a:defRPr>
      </a:lvl1pPr>
      <a:lvl2pPr marL="252000" indent="-252000" algn="l" defTabSz="914400" rtl="0" eaLnBrk="1" latinLnBrk="0" hangingPunct="1">
        <a:lnSpc>
          <a:spcPct val="105000"/>
        </a:lnSpc>
        <a:spcBef>
          <a:spcPts val="12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■"/>
        <a:defRPr lang="en-US" sz="1400" b="0" kern="1200" dirty="0">
          <a:solidFill>
            <a:schemeClr val="tx2"/>
          </a:solidFill>
          <a:latin typeface="+mn-lt"/>
          <a:ea typeface="Cambria" panose="02040503050406030204" pitchFamily="18" charset="0"/>
          <a:cs typeface="Calibri" panose="020F0502020204030204" pitchFamily="34" charset="0"/>
        </a:defRPr>
      </a:lvl2pPr>
      <a:lvl3pPr marL="504000" indent="-252000" algn="l" defTabSz="914400" rtl="0" eaLnBrk="1" latinLnBrk="0" hangingPunct="1">
        <a:lnSpc>
          <a:spcPct val="105000"/>
        </a:lnSpc>
        <a:spcBef>
          <a:spcPts val="600"/>
        </a:spcBef>
        <a:spcAft>
          <a:spcPts val="0"/>
        </a:spcAft>
        <a:buClr>
          <a:schemeClr val="accent1"/>
        </a:buClr>
        <a:buSzPct val="80000"/>
        <a:buFont typeface="Arial" panose="020B0604020202020204" pitchFamily="34" charset="0"/>
        <a:buChar char="►"/>
        <a:defRPr lang="en-US" sz="1200" kern="1200" dirty="0">
          <a:solidFill>
            <a:schemeClr val="tx2"/>
          </a:solidFill>
          <a:latin typeface="+mn-lt"/>
          <a:ea typeface="Cambria" panose="02040503050406030204" pitchFamily="18" charset="0"/>
          <a:cs typeface="Calibri" panose="020F0502020204030204" pitchFamily="34" charset="0"/>
        </a:defRPr>
      </a:lvl3pPr>
      <a:lvl4pPr marL="756000" indent="-252000" algn="l" defTabSz="914400" rtl="0" eaLnBrk="1" latinLnBrk="0" hangingPunct="1">
        <a:lnSpc>
          <a:spcPct val="105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100" kern="1200" dirty="0">
          <a:solidFill>
            <a:schemeClr val="tx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5000"/>
        </a:lnSpc>
        <a:spcBef>
          <a:spcPts val="1800"/>
        </a:spcBef>
        <a:spcAft>
          <a:spcPts val="0"/>
        </a:spcAft>
        <a:buFontTx/>
        <a:buNone/>
        <a:defRPr lang="en-GB" sz="1600" b="1" kern="1200" dirty="0">
          <a:solidFill>
            <a:schemeClr val="accent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4088">
          <p15:clr>
            <a:srgbClr val="F26B43"/>
          </p15:clr>
        </p15:guide>
        <p15:guide id="11" orient="horz" pos="232">
          <p15:clr>
            <a:srgbClr val="F26B43"/>
          </p15:clr>
        </p15:guide>
        <p15:guide id="12" orient="horz" pos="777">
          <p15:clr>
            <a:srgbClr val="F26B43"/>
          </p15:clr>
        </p15:guide>
        <p15:guide id="13" orient="horz" pos="913">
          <p15:clr>
            <a:srgbClr val="F26B43"/>
          </p15:clr>
        </p15:guide>
        <p15:guide id="14" orient="horz" pos="1117">
          <p15:clr>
            <a:srgbClr val="F26B43"/>
          </p15:clr>
        </p15:guide>
        <p15:guide id="15" orient="horz" pos="3861">
          <p15:clr>
            <a:srgbClr val="F26B43"/>
          </p15:clr>
        </p15:guide>
        <p15:guide id="16" orient="horz" pos="1412">
          <p15:clr>
            <a:srgbClr val="F26B43"/>
          </p15:clr>
        </p15:guide>
        <p15:guide id="17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962B6-595A-4E12-A0A9-6972DDBE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01" y="388800"/>
            <a:ext cx="11303999" cy="9900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B6CFD-A46F-4D8C-9DC4-9F9723DA0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713" y="6480000"/>
            <a:ext cx="239651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/>
              <a:t>© 2022 Copyright Genpact. All Rights Reserved.</a:t>
            </a:r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30104F-10D5-4E69-8AD4-DB626BE7DA18}"/>
              </a:ext>
            </a:extLst>
          </p:cNvPr>
          <p:cNvSpPr txBox="1"/>
          <p:nvPr/>
        </p:nvSpPr>
        <p:spPr>
          <a:xfrm>
            <a:off x="442800" y="6480000"/>
            <a:ext cx="125034" cy="123111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>
              <a:defRPr sz="800" b="1">
                <a:solidFill>
                  <a:schemeClr val="bg2"/>
                </a:solidFill>
                <a:ea typeface="Cambria" panose="02040503050406030204" pitchFamily="18" charset="0"/>
                <a:cs typeface="Georgia" charset="0"/>
              </a:defRPr>
            </a:lvl1pPr>
          </a:lstStyle>
          <a:p>
            <a:pPr lvl="0"/>
            <a:fld id="{F614F82A-B1F0-497E-B440-1AC0EA5CDB07}" type="slidenum">
              <a:rPr lang="en-US">
                <a:cs typeface="Arial" panose="020B0604020202020204" pitchFamily="34" charset="0"/>
              </a:rPr>
              <a:pPr lvl="0"/>
              <a:t>‹#›</a:t>
            </a:fld>
            <a:endParaRPr lang="en-US">
              <a:cs typeface="Arial" panose="020B0604020202020204" pitchFamily="34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D6728C-E3C6-4747-8236-8CE4E2525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000" y="1799999"/>
            <a:ext cx="11303999" cy="432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empower - DO NOT DELETE!!!" hidden="1">
            <a:extLst>
              <a:ext uri="{FF2B5EF4-FFF2-40B4-BE49-F238E27FC236}">
                <a16:creationId xmlns:a16="http://schemas.microsoft.com/office/drawing/2014/main" id="{F8138B8F-DC43-4331-9714-179CEC0AB13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2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hf sldNum="0"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1"/>
        </a:buClr>
        <a:buSzPct val="100000"/>
        <a:buFont typeface="Arial" panose="020B0604020202020204" pitchFamily="34" charset="0"/>
        <a:buNone/>
        <a:defRPr lang="en-GB" sz="3200" b="0" kern="1200" dirty="0">
          <a:solidFill>
            <a:schemeClr val="tx2"/>
          </a:solidFill>
          <a:latin typeface="Arial" panose="020B0604020202020204" pitchFamily="34" charset="0"/>
          <a:ea typeface="Cambria" panose="02040503050406030204" pitchFamily="18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None/>
        <a:defRPr lang="en-US" sz="1400" b="0" kern="1200" dirty="0">
          <a:solidFill>
            <a:schemeClr val="tx2"/>
          </a:solidFill>
          <a:latin typeface="+mn-lt"/>
          <a:ea typeface="Cambria" panose="02040503050406030204" pitchFamily="18" charset="0"/>
          <a:cs typeface="Calibri" panose="020F0502020204030204" pitchFamily="34" charset="0"/>
        </a:defRPr>
      </a:lvl1pPr>
      <a:lvl2pPr marL="252000" indent="-252000" algn="l" defTabSz="914400" rtl="0" eaLnBrk="1" latinLnBrk="0" hangingPunct="1">
        <a:lnSpc>
          <a:spcPct val="105000"/>
        </a:lnSpc>
        <a:spcBef>
          <a:spcPts val="12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■"/>
        <a:defRPr lang="en-US" sz="1400" b="0" kern="1200" dirty="0">
          <a:solidFill>
            <a:schemeClr val="tx2"/>
          </a:solidFill>
          <a:latin typeface="+mn-lt"/>
          <a:ea typeface="Cambria" panose="02040503050406030204" pitchFamily="18" charset="0"/>
          <a:cs typeface="Calibri" panose="020F0502020204030204" pitchFamily="34" charset="0"/>
        </a:defRPr>
      </a:lvl2pPr>
      <a:lvl3pPr marL="504000" indent="-252000" algn="l" defTabSz="914400" rtl="0" eaLnBrk="1" latinLnBrk="0" hangingPunct="1">
        <a:lnSpc>
          <a:spcPct val="105000"/>
        </a:lnSpc>
        <a:spcBef>
          <a:spcPts val="600"/>
        </a:spcBef>
        <a:spcAft>
          <a:spcPts val="0"/>
        </a:spcAft>
        <a:buClr>
          <a:schemeClr val="accent1"/>
        </a:buClr>
        <a:buSzPct val="80000"/>
        <a:buFont typeface="Arial" panose="020B0604020202020204" pitchFamily="34" charset="0"/>
        <a:buChar char="►"/>
        <a:defRPr lang="en-US" sz="1200" kern="1200" dirty="0">
          <a:solidFill>
            <a:schemeClr val="tx2"/>
          </a:solidFill>
          <a:latin typeface="+mn-lt"/>
          <a:ea typeface="Cambria" panose="02040503050406030204" pitchFamily="18" charset="0"/>
          <a:cs typeface="Calibri" panose="020F0502020204030204" pitchFamily="34" charset="0"/>
        </a:defRPr>
      </a:lvl3pPr>
      <a:lvl4pPr marL="756000" indent="-252000" algn="l" defTabSz="914400" rtl="0" eaLnBrk="1" latinLnBrk="0" hangingPunct="1">
        <a:lnSpc>
          <a:spcPct val="105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100" kern="1200" dirty="0">
          <a:solidFill>
            <a:schemeClr val="tx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5000"/>
        </a:lnSpc>
        <a:spcBef>
          <a:spcPts val="1800"/>
        </a:spcBef>
        <a:spcAft>
          <a:spcPts val="0"/>
        </a:spcAft>
        <a:buFontTx/>
        <a:buNone/>
        <a:defRPr lang="en-GB" sz="1600" b="1" kern="1200" dirty="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4088">
          <p15:clr>
            <a:srgbClr val="F26B43"/>
          </p15:clr>
        </p15:guide>
        <p15:guide id="11" orient="horz" pos="232">
          <p15:clr>
            <a:srgbClr val="F26B43"/>
          </p15:clr>
        </p15:guide>
        <p15:guide id="12" orient="horz" pos="777">
          <p15:clr>
            <a:srgbClr val="F26B43"/>
          </p15:clr>
        </p15:guide>
        <p15:guide id="13" orient="horz" pos="913">
          <p15:clr>
            <a:srgbClr val="F26B43"/>
          </p15:clr>
        </p15:guide>
        <p15:guide id="14" orient="horz" pos="1117">
          <p15:clr>
            <a:srgbClr val="F26B43"/>
          </p15:clr>
        </p15:guide>
        <p15:guide id="15" orient="horz" pos="3861">
          <p15:clr>
            <a:srgbClr val="F26B43"/>
          </p15:clr>
        </p15:guide>
        <p15:guide id="16" orient="horz" pos="1412">
          <p15:clr>
            <a:srgbClr val="F26B43"/>
          </p15:clr>
        </p15:guide>
        <p15:guide id="1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8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973E81-7FAC-4C01-8EBE-1867AAB0B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045" y="71481"/>
            <a:ext cx="11303999" cy="605737"/>
          </a:xfrm>
        </p:spPr>
        <p:txBody>
          <a:bodyPr/>
          <a:lstStyle/>
          <a:p>
            <a:r>
              <a:rPr lang="en-US" altLang="ja-JP" dirty="0">
                <a:ea typeface="Meiryo" panose="020B0604030504040204" pitchFamily="34" charset="-128"/>
              </a:rPr>
              <a:t>About Machine Learning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798399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Calibri" charset="0"/>
              </a:rPr>
              <a:t>© 2023 Copyright Genpact. All Rights Reserved.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98399"/>
              </a:solidFill>
              <a:effectLst/>
              <a:uLnTx/>
              <a:uFillTx/>
              <a:latin typeface="Arial"/>
              <a:ea typeface="Cambria" panose="02040503050406030204" pitchFamily="18" charset="0"/>
              <a:cs typeface="Calibri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286045" y="1523573"/>
            <a:ext cx="11023600" cy="4589843"/>
            <a:chOff x="482600" y="1066799"/>
            <a:chExt cx="11023600" cy="2500606"/>
          </a:xfrm>
        </p:grpSpPr>
        <p:sp>
          <p:nvSpPr>
            <p:cNvPr id="31" name="Pentagon 30"/>
            <p:cNvSpPr/>
            <p:nvPr/>
          </p:nvSpPr>
          <p:spPr>
            <a:xfrm>
              <a:off x="1828800" y="1066799"/>
              <a:ext cx="9677400" cy="1181099"/>
            </a:xfrm>
            <a:prstGeom prst="homePlate">
              <a:avLst>
                <a:gd name="adj" fmla="val 0"/>
              </a:avLst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548640" rtlCol="0" anchor="ctr"/>
            <a:lstStyle/>
            <a:p>
              <a:pPr marL="600075" marR="0" lvl="1" indent="-1428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73262"/>
                  </a:solidFill>
                  <a:effectLst/>
                  <a:uLnTx/>
                  <a:uFillTx/>
                  <a:latin typeface="Georgia"/>
                  <a:ea typeface="Meiryo" panose="020B0604030504040204" pitchFamily="34" charset="-128"/>
                  <a:cs typeface="+mn-cs"/>
                </a:rPr>
                <a:t>Machine learning (ML) is defined as a discipline of artificial intelligence (AI) that provides machines the ability to automatically </a:t>
              </a:r>
              <a:r>
                <a:rPr kumimoji="0" lang="en-US" altLang="ja-JP" sz="1800" b="1" i="0" u="sng" strike="noStrike" kern="0" cap="none" spc="0" normalizeH="0" baseline="0" noProof="0" dirty="0">
                  <a:ln>
                    <a:noFill/>
                  </a:ln>
                  <a:solidFill>
                    <a:srgbClr val="073262"/>
                  </a:solidFill>
                  <a:effectLst/>
                  <a:uLnTx/>
                  <a:uFillTx/>
                  <a:latin typeface="Georgia"/>
                  <a:ea typeface="Meiryo" panose="020B0604030504040204" pitchFamily="34" charset="-128"/>
                  <a:cs typeface="+mn-cs"/>
                </a:rPr>
                <a:t>learn from data and past experiences 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73262"/>
                  </a:solidFill>
                  <a:effectLst/>
                  <a:uLnTx/>
                  <a:uFillTx/>
                  <a:latin typeface="Georgia"/>
                  <a:ea typeface="Meiryo" panose="020B0604030504040204" pitchFamily="34" charset="-128"/>
                  <a:cs typeface="+mn-cs"/>
                </a:rPr>
                <a:t>to identify </a:t>
              </a:r>
              <a:r>
                <a:rPr kumimoji="0" lang="en-US" altLang="ja-JP" sz="1800" b="1" i="0" u="sng" strike="noStrike" kern="0" cap="none" spc="0" normalizeH="0" baseline="0" noProof="0" dirty="0">
                  <a:ln>
                    <a:noFill/>
                  </a:ln>
                  <a:solidFill>
                    <a:srgbClr val="073262"/>
                  </a:solidFill>
                  <a:effectLst/>
                  <a:uLnTx/>
                  <a:uFillTx/>
                  <a:latin typeface="Georgia"/>
                  <a:ea typeface="Meiryo" panose="020B0604030504040204" pitchFamily="34" charset="-128"/>
                  <a:cs typeface="+mn-cs"/>
                </a:rPr>
                <a:t>patterns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73262"/>
                  </a:solidFill>
                  <a:effectLst/>
                  <a:uLnTx/>
                  <a:uFillTx/>
                  <a:latin typeface="Georgia"/>
                  <a:ea typeface="Meiryo" panose="020B0604030504040204" pitchFamily="34" charset="-128"/>
                  <a:cs typeface="+mn-cs"/>
                </a:rPr>
                <a:t> and make </a:t>
              </a:r>
              <a:r>
                <a:rPr kumimoji="0" lang="en-US" altLang="ja-JP" sz="1800" b="1" i="0" u="sng" strike="noStrike" kern="0" cap="none" spc="0" normalizeH="0" baseline="0" noProof="0" dirty="0">
                  <a:ln>
                    <a:noFill/>
                  </a:ln>
                  <a:solidFill>
                    <a:srgbClr val="073262"/>
                  </a:solidFill>
                  <a:effectLst/>
                  <a:uLnTx/>
                  <a:uFillTx/>
                  <a:latin typeface="Georgia"/>
                  <a:ea typeface="Meiryo" panose="020B0604030504040204" pitchFamily="34" charset="-128"/>
                  <a:cs typeface="+mn-cs"/>
                </a:rPr>
                <a:t>predictions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73262"/>
                  </a:solidFill>
                  <a:effectLst/>
                  <a:uLnTx/>
                  <a:uFillTx/>
                  <a:latin typeface="Georgia"/>
                  <a:ea typeface="Meiryo" panose="020B0604030504040204" pitchFamily="34" charset="-128"/>
                  <a:cs typeface="+mn-cs"/>
                </a:rPr>
                <a:t>.</a:t>
              </a:r>
            </a:p>
          </p:txBody>
        </p:sp>
        <p:sp>
          <p:nvSpPr>
            <p:cNvPr id="32" name="Pentagon 31"/>
            <p:cNvSpPr/>
            <p:nvPr/>
          </p:nvSpPr>
          <p:spPr>
            <a:xfrm>
              <a:off x="482600" y="1066799"/>
              <a:ext cx="1850567" cy="1181099"/>
            </a:xfrm>
            <a:prstGeom prst="homePlate">
              <a:avLst>
                <a:gd name="adj" fmla="val 28507"/>
              </a:avLst>
            </a:prstGeom>
            <a:solidFill>
              <a:srgbClr val="073262"/>
            </a:solidFill>
            <a:ln w="25400" cap="flat" cmpd="sng" algn="ctr">
              <a:solidFill>
                <a:srgbClr val="07326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Meiryo" panose="020B0604030504040204" pitchFamily="34" charset="-128"/>
                  <a:cs typeface="+mn-cs"/>
                </a:rPr>
                <a:t>What is ML</a:t>
              </a:r>
            </a:p>
          </p:txBody>
        </p:sp>
        <p:sp>
          <p:nvSpPr>
            <p:cNvPr id="35" name="Pentagon 34"/>
            <p:cNvSpPr/>
            <p:nvPr/>
          </p:nvSpPr>
          <p:spPr>
            <a:xfrm>
              <a:off x="1828800" y="2363288"/>
              <a:ext cx="9677400" cy="1181099"/>
            </a:xfrm>
            <a:prstGeom prst="homePlate">
              <a:avLst>
                <a:gd name="adj" fmla="val 0"/>
              </a:avLst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548640" rtlCol="0" anchor="ctr"/>
            <a:lstStyle/>
            <a:p>
              <a:pPr marL="600075" marR="0" lvl="1" indent="-1428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73262"/>
                  </a:solidFill>
                  <a:effectLst/>
                  <a:uLnTx/>
                  <a:uFillTx/>
                  <a:latin typeface="Georgia"/>
                  <a:ea typeface="Meiryo" panose="020B0604030504040204" pitchFamily="34" charset="-128"/>
                  <a:cs typeface="+mn-cs"/>
                </a:rPr>
                <a:t>Machine learning </a:t>
              </a:r>
              <a:r>
                <a:rPr kumimoji="0" lang="en-US" altLang="ja-JP" sz="1800" b="1" i="0" u="sng" strike="noStrike" kern="0" cap="none" spc="0" normalizeH="0" baseline="0" noProof="0" dirty="0">
                  <a:ln>
                    <a:noFill/>
                  </a:ln>
                  <a:solidFill>
                    <a:srgbClr val="073262"/>
                  </a:solidFill>
                  <a:effectLst/>
                  <a:uLnTx/>
                  <a:uFillTx/>
                  <a:latin typeface="Georgia"/>
                  <a:ea typeface="Meiryo" panose="020B0604030504040204" pitchFamily="34" charset="-128"/>
                  <a:cs typeface="+mn-cs"/>
                </a:rPr>
                <a:t>algorithms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73262"/>
                  </a:solidFill>
                  <a:effectLst/>
                  <a:uLnTx/>
                  <a:uFillTx/>
                  <a:latin typeface="Georgia"/>
                  <a:ea typeface="Meiryo" panose="020B0604030504040204" pitchFamily="34" charset="-128"/>
                  <a:cs typeface="+mn-cs"/>
                </a:rPr>
                <a:t> are molded on a training dataset to create a </a:t>
              </a:r>
              <a:r>
                <a:rPr kumimoji="0" lang="en-US" altLang="ja-JP" sz="1800" b="1" i="0" u="sng" strike="noStrike" kern="0" cap="none" spc="0" normalizeH="0" baseline="0" noProof="0" dirty="0">
                  <a:ln>
                    <a:noFill/>
                  </a:ln>
                  <a:solidFill>
                    <a:srgbClr val="073262"/>
                  </a:solidFill>
                  <a:effectLst/>
                  <a:uLnTx/>
                  <a:uFillTx/>
                  <a:latin typeface="Georgia"/>
                  <a:ea typeface="Meiryo" panose="020B0604030504040204" pitchFamily="34" charset="-128"/>
                  <a:cs typeface="+mn-cs"/>
                </a:rPr>
                <a:t>model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73262"/>
                  </a:solidFill>
                  <a:effectLst/>
                  <a:uLnTx/>
                  <a:uFillTx/>
                  <a:latin typeface="Georgia"/>
                  <a:ea typeface="Meiryo" panose="020B0604030504040204" pitchFamily="34" charset="-128"/>
                  <a:cs typeface="+mn-cs"/>
                </a:rPr>
                <a:t>. As new input data is introduced to the trained ML algorithm, it uses the developed model to make a prediction.</a:t>
              </a:r>
            </a:p>
          </p:txBody>
        </p:sp>
        <p:sp>
          <p:nvSpPr>
            <p:cNvPr id="14" name="Pentagon 13"/>
            <p:cNvSpPr/>
            <p:nvPr/>
          </p:nvSpPr>
          <p:spPr>
            <a:xfrm>
              <a:off x="482600" y="2386306"/>
              <a:ext cx="1850567" cy="1181099"/>
            </a:xfrm>
            <a:prstGeom prst="homePlate">
              <a:avLst>
                <a:gd name="adj" fmla="val 28507"/>
              </a:avLst>
            </a:prstGeom>
            <a:solidFill>
              <a:srgbClr val="FF555F"/>
            </a:solidFill>
            <a:ln w="25400" cap="flat" cmpd="sng" algn="ctr">
              <a:solidFill>
                <a:srgbClr val="FF555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Meiryo" panose="020B0604030504040204" pitchFamily="34" charset="-128"/>
                  <a:cs typeface="+mn-cs"/>
                </a:rPr>
                <a:t>How does ML work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Meiryo" panose="020B0604030504040204" pitchFamily="34" charset="-128"/>
                <a:cs typeface="+mn-cs"/>
              </a:endParaRPr>
            </a:p>
          </p:txBody>
        </p:sp>
      </p:grpSp>
      <p:cxnSp>
        <p:nvCxnSpPr>
          <p:cNvPr id="15" name="Genpact Line">
            <a:extLst>
              <a:ext uri="{FF2B5EF4-FFF2-40B4-BE49-F238E27FC236}">
                <a16:creationId xmlns:a16="http://schemas.microsoft.com/office/drawing/2014/main" id="{516B848C-A059-42B0-986E-68B280487CC7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203538" y="677218"/>
            <a:ext cx="10789920" cy="0"/>
          </a:xfrm>
          <a:prstGeom prst="line">
            <a:avLst/>
          </a:prstGeom>
          <a:ln w="22225" cap="rnd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  <a:gs pos="88000">
                  <a:schemeClr val="accent2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118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enpact Line">
            <a:extLst>
              <a:ext uri="{FF2B5EF4-FFF2-40B4-BE49-F238E27FC236}">
                <a16:creationId xmlns:a16="http://schemas.microsoft.com/office/drawing/2014/main" id="{516B848C-A059-42B0-986E-68B280487CC7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334661" y="543184"/>
            <a:ext cx="10789920" cy="0"/>
          </a:xfrm>
          <a:prstGeom prst="line">
            <a:avLst/>
          </a:prstGeom>
          <a:ln w="22225" cap="rnd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  <a:gs pos="88000">
                  <a:schemeClr val="accent2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3224583" y="803811"/>
            <a:ext cx="1438862" cy="1429938"/>
            <a:chOff x="5105630" y="803811"/>
            <a:chExt cx="1678906" cy="1678906"/>
          </a:xfrm>
        </p:grpSpPr>
        <p:sp>
          <p:nvSpPr>
            <p:cNvPr id="17" name="Oval 16"/>
            <p:cNvSpPr/>
            <p:nvPr/>
          </p:nvSpPr>
          <p:spPr>
            <a:xfrm>
              <a:off x="5105630" y="803811"/>
              <a:ext cx="1678906" cy="1678906"/>
            </a:xfrm>
            <a:prstGeom prst="ellipse">
              <a:avLst/>
            </a:prstGeom>
            <a:solidFill>
              <a:srgbClr val="07326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5161594" y="859775"/>
              <a:ext cx="1566979" cy="1566979"/>
            </a:xfrm>
            <a:prstGeom prst="ellipse">
              <a:avLst/>
            </a:prstGeom>
            <a:solidFill>
              <a:srgbClr val="FF555F"/>
            </a:solidFill>
            <a:ln w="25400" cap="flat" cmpd="sng" algn="ctr">
              <a:noFill/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19" name="Freeform 14"/>
            <p:cNvSpPr>
              <a:spLocks noEditPoints="1"/>
            </p:cNvSpPr>
            <p:nvPr/>
          </p:nvSpPr>
          <p:spPr bwMode="auto">
            <a:xfrm>
              <a:off x="5560367" y="1389794"/>
              <a:ext cx="792817" cy="730794"/>
            </a:xfrm>
            <a:custGeom>
              <a:avLst/>
              <a:gdLst>
                <a:gd name="T0" fmla="*/ 256 w 273"/>
                <a:gd name="T1" fmla="*/ 0 h 252"/>
                <a:gd name="T2" fmla="*/ 273 w 273"/>
                <a:gd name="T3" fmla="*/ 168 h 252"/>
                <a:gd name="T4" fmla="*/ 245 w 273"/>
                <a:gd name="T5" fmla="*/ 185 h 252"/>
                <a:gd name="T6" fmla="*/ 252 w 273"/>
                <a:gd name="T7" fmla="*/ 167 h 252"/>
                <a:gd name="T8" fmla="*/ 22 w 273"/>
                <a:gd name="T9" fmla="*/ 16 h 252"/>
                <a:gd name="T10" fmla="*/ 105 w 273"/>
                <a:gd name="T11" fmla="*/ 167 h 252"/>
                <a:gd name="T12" fmla="*/ 119 w 273"/>
                <a:gd name="T13" fmla="*/ 185 h 252"/>
                <a:gd name="T14" fmla="*/ 0 w 273"/>
                <a:gd name="T15" fmla="*/ 168 h 252"/>
                <a:gd name="T16" fmla="*/ 17 w 273"/>
                <a:gd name="T17" fmla="*/ 0 h 252"/>
                <a:gd name="T18" fmla="*/ 187 w 273"/>
                <a:gd name="T19" fmla="*/ 104 h 252"/>
                <a:gd name="T20" fmla="*/ 240 w 273"/>
                <a:gd name="T21" fmla="*/ 100 h 252"/>
                <a:gd name="T22" fmla="*/ 187 w 273"/>
                <a:gd name="T23" fmla="*/ 84 h 252"/>
                <a:gd name="T24" fmla="*/ 240 w 273"/>
                <a:gd name="T25" fmla="*/ 88 h 252"/>
                <a:gd name="T26" fmla="*/ 187 w 273"/>
                <a:gd name="T27" fmla="*/ 84 h 252"/>
                <a:gd name="T28" fmla="*/ 215 w 273"/>
                <a:gd name="T29" fmla="*/ 68 h 252"/>
                <a:gd name="T30" fmla="*/ 240 w 273"/>
                <a:gd name="T31" fmla="*/ 64 h 252"/>
                <a:gd name="T32" fmla="*/ 215 w 273"/>
                <a:gd name="T33" fmla="*/ 49 h 252"/>
                <a:gd name="T34" fmla="*/ 240 w 273"/>
                <a:gd name="T35" fmla="*/ 54 h 252"/>
                <a:gd name="T36" fmla="*/ 215 w 273"/>
                <a:gd name="T37" fmla="*/ 49 h 252"/>
                <a:gd name="T38" fmla="*/ 215 w 273"/>
                <a:gd name="T39" fmla="*/ 39 h 252"/>
                <a:gd name="T40" fmla="*/ 240 w 273"/>
                <a:gd name="T41" fmla="*/ 35 h 252"/>
                <a:gd name="T42" fmla="*/ 158 w 273"/>
                <a:gd name="T43" fmla="*/ 35 h 252"/>
                <a:gd name="T44" fmla="*/ 206 w 273"/>
                <a:gd name="T45" fmla="*/ 74 h 252"/>
                <a:gd name="T46" fmla="*/ 158 w 273"/>
                <a:gd name="T47" fmla="*/ 35 h 252"/>
                <a:gd name="T48" fmla="*/ 80 w 273"/>
                <a:gd name="T49" fmla="*/ 123 h 252"/>
                <a:gd name="T50" fmla="*/ 67 w 273"/>
                <a:gd name="T51" fmla="*/ 86 h 252"/>
                <a:gd name="T52" fmla="*/ 37 w 273"/>
                <a:gd name="T53" fmla="*/ 84 h 252"/>
                <a:gd name="T54" fmla="*/ 69 w 273"/>
                <a:gd name="T55" fmla="*/ 74 h 252"/>
                <a:gd name="T56" fmla="*/ 91 w 273"/>
                <a:gd name="T57" fmla="*/ 83 h 252"/>
                <a:gd name="T58" fmla="*/ 93 w 273"/>
                <a:gd name="T59" fmla="*/ 84 h 252"/>
                <a:gd name="T60" fmla="*/ 111 w 273"/>
                <a:gd name="T61" fmla="*/ 90 h 252"/>
                <a:gd name="T62" fmla="*/ 116 w 273"/>
                <a:gd name="T63" fmla="*/ 60 h 252"/>
                <a:gd name="T64" fmla="*/ 126 w 273"/>
                <a:gd name="T65" fmla="*/ 66 h 252"/>
                <a:gd name="T66" fmla="*/ 145 w 273"/>
                <a:gd name="T67" fmla="*/ 48 h 252"/>
                <a:gd name="T68" fmla="*/ 120 w 273"/>
                <a:gd name="T69" fmla="*/ 41 h 252"/>
                <a:gd name="T70" fmla="*/ 109 w 273"/>
                <a:gd name="T71" fmla="*/ 52 h 252"/>
                <a:gd name="T72" fmla="*/ 107 w 273"/>
                <a:gd name="T73" fmla="*/ 56 h 252"/>
                <a:gd name="T74" fmla="*/ 97 w 273"/>
                <a:gd name="T75" fmla="*/ 75 h 252"/>
                <a:gd name="T76" fmla="*/ 89 w 273"/>
                <a:gd name="T77" fmla="*/ 66 h 252"/>
                <a:gd name="T78" fmla="*/ 68 w 273"/>
                <a:gd name="T79" fmla="*/ 63 h 252"/>
                <a:gd name="T80" fmla="*/ 48 w 273"/>
                <a:gd name="T81" fmla="*/ 123 h 252"/>
                <a:gd name="T82" fmla="*/ 61 w 273"/>
                <a:gd name="T83" fmla="*/ 95 h 252"/>
                <a:gd name="T84" fmla="*/ 48 w 273"/>
                <a:gd name="T85" fmla="*/ 123 h 252"/>
                <a:gd name="T86" fmla="*/ 137 w 273"/>
                <a:gd name="T87" fmla="*/ 123 h 252"/>
                <a:gd name="T88" fmla="*/ 124 w 273"/>
                <a:gd name="T89" fmla="*/ 69 h 252"/>
                <a:gd name="T90" fmla="*/ 105 w 273"/>
                <a:gd name="T91" fmla="*/ 123 h 252"/>
                <a:gd name="T92" fmla="*/ 118 w 273"/>
                <a:gd name="T93" fmla="*/ 99 h 252"/>
                <a:gd name="T94" fmla="*/ 105 w 273"/>
                <a:gd name="T95" fmla="*/ 123 h 252"/>
                <a:gd name="T96" fmla="*/ 98 w 273"/>
                <a:gd name="T97" fmla="*/ 123 h 252"/>
                <a:gd name="T98" fmla="*/ 86 w 273"/>
                <a:gd name="T99" fmla="*/ 93 h 252"/>
                <a:gd name="T100" fmla="*/ 179 w 273"/>
                <a:gd name="T101" fmla="*/ 145 h 252"/>
                <a:gd name="T102" fmla="*/ 159 w 273"/>
                <a:gd name="T103" fmla="*/ 89 h 252"/>
                <a:gd name="T104" fmla="*/ 133 w 273"/>
                <a:gd name="T105" fmla="*/ 154 h 252"/>
                <a:gd name="T106" fmla="*/ 144 w 273"/>
                <a:gd name="T107" fmla="*/ 200 h 252"/>
                <a:gd name="T108" fmla="*/ 158 w 273"/>
                <a:gd name="T109" fmla="*/ 252 h 252"/>
                <a:gd name="T110" fmla="*/ 220 w 273"/>
                <a:gd name="T111" fmla="*/ 237 h 252"/>
                <a:gd name="T112" fmla="*/ 213 w 273"/>
                <a:gd name="T113" fmla="*/ 142 h 252"/>
                <a:gd name="T114" fmla="*/ 209 w 273"/>
                <a:gd name="T115" fmla="*/ 133 h 252"/>
                <a:gd name="T116" fmla="*/ 194 w 273"/>
                <a:gd name="T117" fmla="*/ 136 h 252"/>
                <a:gd name="T118" fmla="*/ 180 w 273"/>
                <a:gd name="T119" fmla="*/ 124 h 252"/>
                <a:gd name="T120" fmla="*/ 7 w 273"/>
                <a:gd name="T121" fmla="*/ 66 h 252"/>
                <a:gd name="T122" fmla="*/ 15 w 273"/>
                <a:gd name="T123" fmla="*/ 114 h 252"/>
                <a:gd name="T124" fmla="*/ 7 w 273"/>
                <a:gd name="T125" fmla="*/ 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3" h="252">
                  <a:moveTo>
                    <a:pt x="17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65" y="0"/>
                    <a:pt x="273" y="8"/>
                    <a:pt x="273" y="17"/>
                  </a:cubicBezTo>
                  <a:cubicBezTo>
                    <a:pt x="273" y="168"/>
                    <a:pt x="273" y="168"/>
                    <a:pt x="273" y="168"/>
                  </a:cubicBezTo>
                  <a:cubicBezTo>
                    <a:pt x="273" y="177"/>
                    <a:pt x="265" y="185"/>
                    <a:pt x="256" y="185"/>
                  </a:cubicBezTo>
                  <a:cubicBezTo>
                    <a:pt x="245" y="185"/>
                    <a:pt x="245" y="185"/>
                    <a:pt x="245" y="185"/>
                  </a:cubicBezTo>
                  <a:cubicBezTo>
                    <a:pt x="245" y="179"/>
                    <a:pt x="246" y="173"/>
                    <a:pt x="246" y="167"/>
                  </a:cubicBezTo>
                  <a:cubicBezTo>
                    <a:pt x="252" y="167"/>
                    <a:pt x="252" y="167"/>
                    <a:pt x="252" y="167"/>
                  </a:cubicBezTo>
                  <a:cubicBezTo>
                    <a:pt x="252" y="16"/>
                    <a:pt x="252" y="16"/>
                    <a:pt x="25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7"/>
                    <a:pt x="22" y="167"/>
                    <a:pt x="22" y="167"/>
                  </a:cubicBezTo>
                  <a:cubicBezTo>
                    <a:pt x="105" y="167"/>
                    <a:pt x="105" y="167"/>
                    <a:pt x="105" y="167"/>
                  </a:cubicBezTo>
                  <a:cubicBezTo>
                    <a:pt x="111" y="174"/>
                    <a:pt x="111" y="174"/>
                    <a:pt x="111" y="174"/>
                  </a:cubicBezTo>
                  <a:cubicBezTo>
                    <a:pt x="114" y="177"/>
                    <a:pt x="117" y="181"/>
                    <a:pt x="119" y="185"/>
                  </a:cubicBezTo>
                  <a:cubicBezTo>
                    <a:pt x="17" y="185"/>
                    <a:pt x="17" y="185"/>
                    <a:pt x="17" y="185"/>
                  </a:cubicBezTo>
                  <a:cubicBezTo>
                    <a:pt x="8" y="185"/>
                    <a:pt x="0" y="177"/>
                    <a:pt x="0" y="16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lose/>
                  <a:moveTo>
                    <a:pt x="187" y="100"/>
                  </a:moveTo>
                  <a:cubicBezTo>
                    <a:pt x="187" y="104"/>
                    <a:pt x="187" y="104"/>
                    <a:pt x="187" y="104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0"/>
                    <a:pt x="240" y="100"/>
                    <a:pt x="240" y="100"/>
                  </a:cubicBezTo>
                  <a:cubicBezTo>
                    <a:pt x="187" y="100"/>
                    <a:pt x="187" y="100"/>
                    <a:pt x="187" y="100"/>
                  </a:cubicBezTo>
                  <a:close/>
                  <a:moveTo>
                    <a:pt x="187" y="84"/>
                  </a:moveTo>
                  <a:cubicBezTo>
                    <a:pt x="187" y="88"/>
                    <a:pt x="187" y="88"/>
                    <a:pt x="187" y="88"/>
                  </a:cubicBezTo>
                  <a:cubicBezTo>
                    <a:pt x="240" y="88"/>
                    <a:pt x="240" y="88"/>
                    <a:pt x="240" y="88"/>
                  </a:cubicBezTo>
                  <a:cubicBezTo>
                    <a:pt x="240" y="84"/>
                    <a:pt x="240" y="84"/>
                    <a:pt x="240" y="84"/>
                  </a:cubicBezTo>
                  <a:cubicBezTo>
                    <a:pt x="187" y="84"/>
                    <a:pt x="187" y="84"/>
                    <a:pt x="187" y="84"/>
                  </a:cubicBezTo>
                  <a:close/>
                  <a:moveTo>
                    <a:pt x="215" y="64"/>
                  </a:moveTo>
                  <a:cubicBezTo>
                    <a:pt x="215" y="68"/>
                    <a:pt x="215" y="68"/>
                    <a:pt x="215" y="68"/>
                  </a:cubicBezTo>
                  <a:cubicBezTo>
                    <a:pt x="240" y="68"/>
                    <a:pt x="240" y="68"/>
                    <a:pt x="240" y="68"/>
                  </a:cubicBezTo>
                  <a:cubicBezTo>
                    <a:pt x="240" y="64"/>
                    <a:pt x="240" y="64"/>
                    <a:pt x="240" y="64"/>
                  </a:cubicBezTo>
                  <a:cubicBezTo>
                    <a:pt x="215" y="64"/>
                    <a:pt x="215" y="64"/>
                    <a:pt x="215" y="64"/>
                  </a:cubicBezTo>
                  <a:close/>
                  <a:moveTo>
                    <a:pt x="215" y="49"/>
                  </a:moveTo>
                  <a:cubicBezTo>
                    <a:pt x="215" y="54"/>
                    <a:pt x="215" y="54"/>
                    <a:pt x="215" y="54"/>
                  </a:cubicBezTo>
                  <a:cubicBezTo>
                    <a:pt x="240" y="54"/>
                    <a:pt x="240" y="54"/>
                    <a:pt x="240" y="54"/>
                  </a:cubicBezTo>
                  <a:cubicBezTo>
                    <a:pt x="240" y="49"/>
                    <a:pt x="240" y="49"/>
                    <a:pt x="240" y="49"/>
                  </a:cubicBezTo>
                  <a:cubicBezTo>
                    <a:pt x="215" y="49"/>
                    <a:pt x="215" y="49"/>
                    <a:pt x="215" y="49"/>
                  </a:cubicBezTo>
                  <a:close/>
                  <a:moveTo>
                    <a:pt x="215" y="35"/>
                  </a:moveTo>
                  <a:cubicBezTo>
                    <a:pt x="215" y="39"/>
                    <a:pt x="215" y="39"/>
                    <a:pt x="215" y="39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0" y="35"/>
                    <a:pt x="240" y="35"/>
                    <a:pt x="240" y="35"/>
                  </a:cubicBezTo>
                  <a:cubicBezTo>
                    <a:pt x="215" y="35"/>
                    <a:pt x="215" y="35"/>
                    <a:pt x="215" y="35"/>
                  </a:cubicBezTo>
                  <a:close/>
                  <a:moveTo>
                    <a:pt x="158" y="35"/>
                  </a:moveTo>
                  <a:cubicBezTo>
                    <a:pt x="158" y="74"/>
                    <a:pt x="158" y="74"/>
                    <a:pt x="158" y="74"/>
                  </a:cubicBezTo>
                  <a:cubicBezTo>
                    <a:pt x="206" y="74"/>
                    <a:pt x="206" y="74"/>
                    <a:pt x="206" y="74"/>
                  </a:cubicBezTo>
                  <a:cubicBezTo>
                    <a:pt x="206" y="35"/>
                    <a:pt x="206" y="35"/>
                    <a:pt x="206" y="35"/>
                  </a:cubicBezTo>
                  <a:cubicBezTo>
                    <a:pt x="158" y="35"/>
                    <a:pt x="158" y="35"/>
                    <a:pt x="158" y="35"/>
                  </a:cubicBezTo>
                  <a:close/>
                  <a:moveTo>
                    <a:pt x="67" y="123"/>
                  </a:moveTo>
                  <a:cubicBezTo>
                    <a:pt x="80" y="123"/>
                    <a:pt x="80" y="123"/>
                    <a:pt x="80" y="123"/>
                  </a:cubicBezTo>
                  <a:cubicBezTo>
                    <a:pt x="80" y="86"/>
                    <a:pt x="80" y="86"/>
                    <a:pt x="80" y="86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7" y="123"/>
                    <a:pt x="67" y="123"/>
                    <a:pt x="67" y="123"/>
                  </a:cubicBezTo>
                  <a:close/>
                  <a:moveTo>
                    <a:pt x="37" y="84"/>
                  </a:moveTo>
                  <a:cubicBezTo>
                    <a:pt x="43" y="92"/>
                    <a:pt x="43" y="92"/>
                    <a:pt x="43" y="92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83" y="74"/>
                    <a:pt x="83" y="74"/>
                    <a:pt x="83" y="74"/>
                  </a:cubicBezTo>
                  <a:cubicBezTo>
                    <a:pt x="91" y="83"/>
                    <a:pt x="91" y="83"/>
                    <a:pt x="91" y="83"/>
                  </a:cubicBezTo>
                  <a:cubicBezTo>
                    <a:pt x="92" y="84"/>
                    <a:pt x="92" y="84"/>
                    <a:pt x="92" y="84"/>
                  </a:cubicBezTo>
                  <a:cubicBezTo>
                    <a:pt x="93" y="84"/>
                    <a:pt x="93" y="84"/>
                    <a:pt x="93" y="84"/>
                  </a:cubicBezTo>
                  <a:cubicBezTo>
                    <a:pt x="105" y="88"/>
                    <a:pt x="105" y="88"/>
                    <a:pt x="105" y="88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12" y="84"/>
                    <a:pt x="112" y="84"/>
                    <a:pt x="112" y="84"/>
                  </a:cubicBezTo>
                  <a:cubicBezTo>
                    <a:pt x="116" y="60"/>
                    <a:pt x="116" y="60"/>
                    <a:pt x="116" y="60"/>
                  </a:cubicBezTo>
                  <a:cubicBezTo>
                    <a:pt x="124" y="58"/>
                    <a:pt x="124" y="58"/>
                    <a:pt x="124" y="58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35" y="57"/>
                    <a:pt x="135" y="57"/>
                    <a:pt x="135" y="57"/>
                  </a:cubicBezTo>
                  <a:cubicBezTo>
                    <a:pt x="145" y="48"/>
                    <a:pt x="145" y="48"/>
                    <a:pt x="145" y="48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09" y="52"/>
                    <a:pt x="109" y="52"/>
                    <a:pt x="109" y="52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7" y="56"/>
                    <a:pt x="107" y="56"/>
                    <a:pt x="107" y="56"/>
                  </a:cubicBezTo>
                  <a:cubicBezTo>
                    <a:pt x="103" y="77"/>
                    <a:pt x="103" y="77"/>
                    <a:pt x="103" y="77"/>
                  </a:cubicBezTo>
                  <a:cubicBezTo>
                    <a:pt x="97" y="75"/>
                    <a:pt x="97" y="75"/>
                    <a:pt x="97" y="75"/>
                  </a:cubicBezTo>
                  <a:cubicBezTo>
                    <a:pt x="89" y="67"/>
                    <a:pt x="89" y="67"/>
                    <a:pt x="89" y="67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68" y="63"/>
                    <a:pt x="68" y="63"/>
                    <a:pt x="68" y="63"/>
                  </a:cubicBezTo>
                  <a:cubicBezTo>
                    <a:pt x="37" y="84"/>
                    <a:pt x="37" y="84"/>
                    <a:pt x="37" y="84"/>
                  </a:cubicBezTo>
                  <a:close/>
                  <a:moveTo>
                    <a:pt x="48" y="123"/>
                  </a:moveTo>
                  <a:cubicBezTo>
                    <a:pt x="61" y="123"/>
                    <a:pt x="61" y="123"/>
                    <a:pt x="61" y="123"/>
                  </a:cubicBezTo>
                  <a:cubicBezTo>
                    <a:pt x="61" y="95"/>
                    <a:pt x="61" y="95"/>
                    <a:pt x="61" y="95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48" y="123"/>
                    <a:pt x="48" y="123"/>
                    <a:pt x="48" y="123"/>
                  </a:cubicBezTo>
                  <a:close/>
                  <a:moveTo>
                    <a:pt x="124" y="123"/>
                  </a:moveTo>
                  <a:cubicBezTo>
                    <a:pt x="137" y="123"/>
                    <a:pt x="137" y="123"/>
                    <a:pt x="137" y="123"/>
                  </a:cubicBezTo>
                  <a:cubicBezTo>
                    <a:pt x="137" y="69"/>
                    <a:pt x="137" y="69"/>
                    <a:pt x="137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123"/>
                    <a:pt x="124" y="123"/>
                    <a:pt x="124" y="123"/>
                  </a:cubicBezTo>
                  <a:close/>
                  <a:moveTo>
                    <a:pt x="105" y="123"/>
                  </a:moveTo>
                  <a:cubicBezTo>
                    <a:pt x="118" y="123"/>
                    <a:pt x="118" y="123"/>
                    <a:pt x="118" y="123"/>
                  </a:cubicBezTo>
                  <a:cubicBezTo>
                    <a:pt x="118" y="99"/>
                    <a:pt x="118" y="99"/>
                    <a:pt x="118" y="99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05" y="123"/>
                    <a:pt x="105" y="123"/>
                    <a:pt x="105" y="123"/>
                  </a:cubicBezTo>
                  <a:close/>
                  <a:moveTo>
                    <a:pt x="86" y="123"/>
                  </a:moveTo>
                  <a:cubicBezTo>
                    <a:pt x="98" y="123"/>
                    <a:pt x="98" y="123"/>
                    <a:pt x="98" y="123"/>
                  </a:cubicBezTo>
                  <a:cubicBezTo>
                    <a:pt x="98" y="93"/>
                    <a:pt x="98" y="93"/>
                    <a:pt x="98" y="93"/>
                  </a:cubicBezTo>
                  <a:cubicBezTo>
                    <a:pt x="86" y="93"/>
                    <a:pt x="86" y="93"/>
                    <a:pt x="86" y="93"/>
                  </a:cubicBezTo>
                  <a:cubicBezTo>
                    <a:pt x="86" y="123"/>
                    <a:pt x="86" y="123"/>
                    <a:pt x="86" y="123"/>
                  </a:cubicBezTo>
                  <a:close/>
                  <a:moveTo>
                    <a:pt x="179" y="145"/>
                  </a:moveTo>
                  <a:cubicBezTo>
                    <a:pt x="177" y="127"/>
                    <a:pt x="176" y="108"/>
                    <a:pt x="174" y="90"/>
                  </a:cubicBezTo>
                  <a:cubicBezTo>
                    <a:pt x="170" y="89"/>
                    <a:pt x="163" y="89"/>
                    <a:pt x="159" y="89"/>
                  </a:cubicBezTo>
                  <a:cubicBezTo>
                    <a:pt x="157" y="118"/>
                    <a:pt x="158" y="147"/>
                    <a:pt x="157" y="176"/>
                  </a:cubicBezTo>
                  <a:cubicBezTo>
                    <a:pt x="153" y="167"/>
                    <a:pt x="147" y="158"/>
                    <a:pt x="133" y="154"/>
                  </a:cubicBezTo>
                  <a:cubicBezTo>
                    <a:pt x="130" y="157"/>
                    <a:pt x="129" y="158"/>
                    <a:pt x="126" y="161"/>
                  </a:cubicBezTo>
                  <a:cubicBezTo>
                    <a:pt x="136" y="172"/>
                    <a:pt x="141" y="187"/>
                    <a:pt x="144" y="200"/>
                  </a:cubicBezTo>
                  <a:cubicBezTo>
                    <a:pt x="148" y="231"/>
                    <a:pt x="148" y="231"/>
                    <a:pt x="148" y="231"/>
                  </a:cubicBezTo>
                  <a:cubicBezTo>
                    <a:pt x="151" y="238"/>
                    <a:pt x="154" y="245"/>
                    <a:pt x="158" y="252"/>
                  </a:cubicBezTo>
                  <a:cubicBezTo>
                    <a:pt x="178" y="251"/>
                    <a:pt x="194" y="251"/>
                    <a:pt x="214" y="250"/>
                  </a:cubicBezTo>
                  <a:cubicBezTo>
                    <a:pt x="216" y="246"/>
                    <a:pt x="218" y="241"/>
                    <a:pt x="220" y="237"/>
                  </a:cubicBezTo>
                  <a:cubicBezTo>
                    <a:pt x="223" y="214"/>
                    <a:pt x="228" y="169"/>
                    <a:pt x="228" y="146"/>
                  </a:cubicBezTo>
                  <a:cubicBezTo>
                    <a:pt x="222" y="144"/>
                    <a:pt x="219" y="143"/>
                    <a:pt x="213" y="142"/>
                  </a:cubicBezTo>
                  <a:cubicBezTo>
                    <a:pt x="212" y="144"/>
                    <a:pt x="211" y="155"/>
                    <a:pt x="210" y="157"/>
                  </a:cubicBezTo>
                  <a:cubicBezTo>
                    <a:pt x="210" y="149"/>
                    <a:pt x="210" y="141"/>
                    <a:pt x="209" y="133"/>
                  </a:cubicBezTo>
                  <a:cubicBezTo>
                    <a:pt x="205" y="132"/>
                    <a:pt x="200" y="131"/>
                    <a:pt x="195" y="130"/>
                  </a:cubicBezTo>
                  <a:cubicBezTo>
                    <a:pt x="195" y="132"/>
                    <a:pt x="194" y="134"/>
                    <a:pt x="194" y="136"/>
                  </a:cubicBezTo>
                  <a:cubicBezTo>
                    <a:pt x="194" y="133"/>
                    <a:pt x="193" y="129"/>
                    <a:pt x="193" y="126"/>
                  </a:cubicBezTo>
                  <a:cubicBezTo>
                    <a:pt x="189" y="125"/>
                    <a:pt x="184" y="125"/>
                    <a:pt x="180" y="124"/>
                  </a:cubicBezTo>
                  <a:cubicBezTo>
                    <a:pt x="180" y="131"/>
                    <a:pt x="179" y="138"/>
                    <a:pt x="179" y="145"/>
                  </a:cubicBezTo>
                  <a:close/>
                  <a:moveTo>
                    <a:pt x="7" y="66"/>
                  </a:moveTo>
                  <a:cubicBezTo>
                    <a:pt x="7" y="114"/>
                    <a:pt x="7" y="114"/>
                    <a:pt x="7" y="114"/>
                  </a:cubicBezTo>
                  <a:cubicBezTo>
                    <a:pt x="15" y="114"/>
                    <a:pt x="15" y="114"/>
                    <a:pt x="15" y="114"/>
                  </a:cubicBezTo>
                  <a:cubicBezTo>
                    <a:pt x="15" y="66"/>
                    <a:pt x="15" y="66"/>
                    <a:pt x="15" y="66"/>
                  </a:cubicBezTo>
                  <a:lnTo>
                    <a:pt x="7" y="66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sp>
        <p:nvSpPr>
          <p:cNvPr id="22" name="Title 2">
            <a:extLst>
              <a:ext uri="{FF2B5EF4-FFF2-40B4-BE49-F238E27FC236}">
                <a16:creationId xmlns:a16="http://schemas.microsoft.com/office/drawing/2014/main" id="{D2973E81-7FAC-4C01-8EBE-1867AAB0B3BD}"/>
              </a:ext>
            </a:extLst>
          </p:cNvPr>
          <p:cNvSpPr txBox="1">
            <a:spLocks/>
          </p:cNvSpPr>
          <p:nvPr/>
        </p:nvSpPr>
        <p:spPr>
          <a:xfrm>
            <a:off x="286045" y="71482"/>
            <a:ext cx="11303999" cy="57240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GB" sz="3200" b="0" kern="1200" dirty="0">
                <a:solidFill>
                  <a:schemeClr val="tx2"/>
                </a:solidFill>
                <a:latin typeface="Arial" panose="020B060402020202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srgbClr val="021D44"/>
                </a:solidFill>
                <a:effectLst/>
                <a:uLnTx/>
                <a:uFillTx/>
                <a:latin typeface="Georgia"/>
                <a:ea typeface="Meiryo" panose="020B0604030504040204" pitchFamily="34" charset="-128"/>
                <a:cs typeface="Calibri" panose="020F0502020204030204" pitchFamily="34" charset="0"/>
              </a:rPr>
              <a:t>ML Model build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8071" y="1252086"/>
            <a:ext cx="2063932" cy="449822"/>
          </a:xfrm>
          <a:prstGeom prst="rect">
            <a:avLst/>
          </a:prstGeom>
        </p:spPr>
        <p:txBody>
          <a:bodyPr vert="horz" wrap="none" lIns="9000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①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Training data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709860" y="2351313"/>
            <a:ext cx="418013" cy="43107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3224579" y="2899953"/>
            <a:ext cx="1438861" cy="1562601"/>
            <a:chOff x="9535212" y="788712"/>
            <a:chExt cx="1678906" cy="1927636"/>
          </a:xfrm>
        </p:grpSpPr>
        <p:sp>
          <p:nvSpPr>
            <p:cNvPr id="25" name="Oval 24"/>
            <p:cNvSpPr/>
            <p:nvPr/>
          </p:nvSpPr>
          <p:spPr>
            <a:xfrm>
              <a:off x="9672510" y="2310224"/>
              <a:ext cx="1436676" cy="406124"/>
            </a:xfrm>
            <a:prstGeom prst="ellipse">
              <a:avLst/>
            </a:prstGeom>
            <a:solidFill>
              <a:sysClr val="window" lastClr="FFFFFF">
                <a:lumMod val="75000"/>
              </a:sysClr>
            </a:solidFill>
            <a:ln w="25400" cap="flat" cmpd="sng" algn="ctr">
              <a:noFill/>
              <a:prstDash val="solid"/>
            </a:ln>
            <a:effectLst>
              <a:softEdge rad="127000"/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9535212" y="788712"/>
              <a:ext cx="1678906" cy="1678906"/>
            </a:xfrm>
            <a:prstGeom prst="ellipse">
              <a:avLst/>
            </a:prstGeom>
            <a:solidFill>
              <a:srgbClr val="07326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9589332" y="859775"/>
              <a:ext cx="1566979" cy="1566979"/>
            </a:xfrm>
            <a:prstGeom prst="ellipse">
              <a:avLst/>
            </a:prstGeom>
            <a:solidFill>
              <a:srgbClr val="00AECF"/>
            </a:solidFill>
            <a:ln w="25400" cap="flat" cmpd="sng" algn="ctr">
              <a:noFill/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221291" y="3330830"/>
            <a:ext cx="2886892" cy="449822"/>
          </a:xfrm>
          <a:prstGeom prst="rect">
            <a:avLst/>
          </a:prstGeom>
        </p:spPr>
        <p:txBody>
          <a:bodyPr vert="horz" wrap="none" lIns="9000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②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Train ML algorithm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3709859" y="4425878"/>
            <a:ext cx="418013" cy="43107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3224579" y="5021906"/>
            <a:ext cx="1522037" cy="1483397"/>
            <a:chOff x="5108506" y="788712"/>
            <a:chExt cx="1678906" cy="1678906"/>
          </a:xfrm>
        </p:grpSpPr>
        <p:sp>
          <p:nvSpPr>
            <p:cNvPr id="38" name="Oval 37"/>
            <p:cNvSpPr/>
            <p:nvPr/>
          </p:nvSpPr>
          <p:spPr>
            <a:xfrm>
              <a:off x="5108506" y="788712"/>
              <a:ext cx="1678906" cy="1678906"/>
            </a:xfrm>
            <a:prstGeom prst="ellipse">
              <a:avLst/>
            </a:prstGeom>
            <a:solidFill>
              <a:srgbClr val="07326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61594" y="859775"/>
              <a:ext cx="1566979" cy="1566979"/>
            </a:xfrm>
            <a:prstGeom prst="ellipse">
              <a:avLst/>
            </a:prstGeom>
            <a:solidFill>
              <a:srgbClr val="FF555F"/>
            </a:solidFill>
            <a:ln w="25400" cap="flat" cmpd="sng" algn="ctr">
              <a:noFill/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5560367" y="1389794"/>
              <a:ext cx="792817" cy="730794"/>
            </a:xfrm>
            <a:custGeom>
              <a:avLst/>
              <a:gdLst>
                <a:gd name="T0" fmla="*/ 256 w 273"/>
                <a:gd name="T1" fmla="*/ 0 h 252"/>
                <a:gd name="T2" fmla="*/ 273 w 273"/>
                <a:gd name="T3" fmla="*/ 168 h 252"/>
                <a:gd name="T4" fmla="*/ 245 w 273"/>
                <a:gd name="T5" fmla="*/ 185 h 252"/>
                <a:gd name="T6" fmla="*/ 252 w 273"/>
                <a:gd name="T7" fmla="*/ 167 h 252"/>
                <a:gd name="T8" fmla="*/ 22 w 273"/>
                <a:gd name="T9" fmla="*/ 16 h 252"/>
                <a:gd name="T10" fmla="*/ 105 w 273"/>
                <a:gd name="T11" fmla="*/ 167 h 252"/>
                <a:gd name="T12" fmla="*/ 119 w 273"/>
                <a:gd name="T13" fmla="*/ 185 h 252"/>
                <a:gd name="T14" fmla="*/ 0 w 273"/>
                <a:gd name="T15" fmla="*/ 168 h 252"/>
                <a:gd name="T16" fmla="*/ 17 w 273"/>
                <a:gd name="T17" fmla="*/ 0 h 252"/>
                <a:gd name="T18" fmla="*/ 187 w 273"/>
                <a:gd name="T19" fmla="*/ 104 h 252"/>
                <a:gd name="T20" fmla="*/ 240 w 273"/>
                <a:gd name="T21" fmla="*/ 100 h 252"/>
                <a:gd name="T22" fmla="*/ 187 w 273"/>
                <a:gd name="T23" fmla="*/ 84 h 252"/>
                <a:gd name="T24" fmla="*/ 240 w 273"/>
                <a:gd name="T25" fmla="*/ 88 h 252"/>
                <a:gd name="T26" fmla="*/ 187 w 273"/>
                <a:gd name="T27" fmla="*/ 84 h 252"/>
                <a:gd name="T28" fmla="*/ 215 w 273"/>
                <a:gd name="T29" fmla="*/ 68 h 252"/>
                <a:gd name="T30" fmla="*/ 240 w 273"/>
                <a:gd name="T31" fmla="*/ 64 h 252"/>
                <a:gd name="T32" fmla="*/ 215 w 273"/>
                <a:gd name="T33" fmla="*/ 49 h 252"/>
                <a:gd name="T34" fmla="*/ 240 w 273"/>
                <a:gd name="T35" fmla="*/ 54 h 252"/>
                <a:gd name="T36" fmla="*/ 215 w 273"/>
                <a:gd name="T37" fmla="*/ 49 h 252"/>
                <a:gd name="T38" fmla="*/ 215 w 273"/>
                <a:gd name="T39" fmla="*/ 39 h 252"/>
                <a:gd name="T40" fmla="*/ 240 w 273"/>
                <a:gd name="T41" fmla="*/ 35 h 252"/>
                <a:gd name="T42" fmla="*/ 158 w 273"/>
                <a:gd name="T43" fmla="*/ 35 h 252"/>
                <a:gd name="T44" fmla="*/ 206 w 273"/>
                <a:gd name="T45" fmla="*/ 74 h 252"/>
                <a:gd name="T46" fmla="*/ 158 w 273"/>
                <a:gd name="T47" fmla="*/ 35 h 252"/>
                <a:gd name="T48" fmla="*/ 80 w 273"/>
                <a:gd name="T49" fmla="*/ 123 h 252"/>
                <a:gd name="T50" fmla="*/ 67 w 273"/>
                <a:gd name="T51" fmla="*/ 86 h 252"/>
                <a:gd name="T52" fmla="*/ 37 w 273"/>
                <a:gd name="T53" fmla="*/ 84 h 252"/>
                <a:gd name="T54" fmla="*/ 69 w 273"/>
                <a:gd name="T55" fmla="*/ 74 h 252"/>
                <a:gd name="T56" fmla="*/ 91 w 273"/>
                <a:gd name="T57" fmla="*/ 83 h 252"/>
                <a:gd name="T58" fmla="*/ 93 w 273"/>
                <a:gd name="T59" fmla="*/ 84 h 252"/>
                <a:gd name="T60" fmla="*/ 111 w 273"/>
                <a:gd name="T61" fmla="*/ 90 h 252"/>
                <a:gd name="T62" fmla="*/ 116 w 273"/>
                <a:gd name="T63" fmla="*/ 60 h 252"/>
                <a:gd name="T64" fmla="*/ 126 w 273"/>
                <a:gd name="T65" fmla="*/ 66 h 252"/>
                <a:gd name="T66" fmla="*/ 145 w 273"/>
                <a:gd name="T67" fmla="*/ 48 h 252"/>
                <a:gd name="T68" fmla="*/ 120 w 273"/>
                <a:gd name="T69" fmla="*/ 41 h 252"/>
                <a:gd name="T70" fmla="*/ 109 w 273"/>
                <a:gd name="T71" fmla="*/ 52 h 252"/>
                <a:gd name="T72" fmla="*/ 107 w 273"/>
                <a:gd name="T73" fmla="*/ 56 h 252"/>
                <a:gd name="T74" fmla="*/ 97 w 273"/>
                <a:gd name="T75" fmla="*/ 75 h 252"/>
                <a:gd name="T76" fmla="*/ 89 w 273"/>
                <a:gd name="T77" fmla="*/ 66 h 252"/>
                <a:gd name="T78" fmla="*/ 68 w 273"/>
                <a:gd name="T79" fmla="*/ 63 h 252"/>
                <a:gd name="T80" fmla="*/ 48 w 273"/>
                <a:gd name="T81" fmla="*/ 123 h 252"/>
                <a:gd name="T82" fmla="*/ 61 w 273"/>
                <a:gd name="T83" fmla="*/ 95 h 252"/>
                <a:gd name="T84" fmla="*/ 48 w 273"/>
                <a:gd name="T85" fmla="*/ 123 h 252"/>
                <a:gd name="T86" fmla="*/ 137 w 273"/>
                <a:gd name="T87" fmla="*/ 123 h 252"/>
                <a:gd name="T88" fmla="*/ 124 w 273"/>
                <a:gd name="T89" fmla="*/ 69 h 252"/>
                <a:gd name="T90" fmla="*/ 105 w 273"/>
                <a:gd name="T91" fmla="*/ 123 h 252"/>
                <a:gd name="T92" fmla="*/ 118 w 273"/>
                <a:gd name="T93" fmla="*/ 99 h 252"/>
                <a:gd name="T94" fmla="*/ 105 w 273"/>
                <a:gd name="T95" fmla="*/ 123 h 252"/>
                <a:gd name="T96" fmla="*/ 98 w 273"/>
                <a:gd name="T97" fmla="*/ 123 h 252"/>
                <a:gd name="T98" fmla="*/ 86 w 273"/>
                <a:gd name="T99" fmla="*/ 93 h 252"/>
                <a:gd name="T100" fmla="*/ 179 w 273"/>
                <a:gd name="T101" fmla="*/ 145 h 252"/>
                <a:gd name="T102" fmla="*/ 159 w 273"/>
                <a:gd name="T103" fmla="*/ 89 h 252"/>
                <a:gd name="T104" fmla="*/ 133 w 273"/>
                <a:gd name="T105" fmla="*/ 154 h 252"/>
                <a:gd name="T106" fmla="*/ 144 w 273"/>
                <a:gd name="T107" fmla="*/ 200 h 252"/>
                <a:gd name="T108" fmla="*/ 158 w 273"/>
                <a:gd name="T109" fmla="*/ 252 h 252"/>
                <a:gd name="T110" fmla="*/ 220 w 273"/>
                <a:gd name="T111" fmla="*/ 237 h 252"/>
                <a:gd name="T112" fmla="*/ 213 w 273"/>
                <a:gd name="T113" fmla="*/ 142 h 252"/>
                <a:gd name="T114" fmla="*/ 209 w 273"/>
                <a:gd name="T115" fmla="*/ 133 h 252"/>
                <a:gd name="T116" fmla="*/ 194 w 273"/>
                <a:gd name="T117" fmla="*/ 136 h 252"/>
                <a:gd name="T118" fmla="*/ 180 w 273"/>
                <a:gd name="T119" fmla="*/ 124 h 252"/>
                <a:gd name="T120" fmla="*/ 7 w 273"/>
                <a:gd name="T121" fmla="*/ 66 h 252"/>
                <a:gd name="T122" fmla="*/ 15 w 273"/>
                <a:gd name="T123" fmla="*/ 114 h 252"/>
                <a:gd name="T124" fmla="*/ 7 w 273"/>
                <a:gd name="T125" fmla="*/ 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3" h="252">
                  <a:moveTo>
                    <a:pt x="17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65" y="0"/>
                    <a:pt x="273" y="8"/>
                    <a:pt x="273" y="17"/>
                  </a:cubicBezTo>
                  <a:cubicBezTo>
                    <a:pt x="273" y="168"/>
                    <a:pt x="273" y="168"/>
                    <a:pt x="273" y="168"/>
                  </a:cubicBezTo>
                  <a:cubicBezTo>
                    <a:pt x="273" y="177"/>
                    <a:pt x="265" y="185"/>
                    <a:pt x="256" y="185"/>
                  </a:cubicBezTo>
                  <a:cubicBezTo>
                    <a:pt x="245" y="185"/>
                    <a:pt x="245" y="185"/>
                    <a:pt x="245" y="185"/>
                  </a:cubicBezTo>
                  <a:cubicBezTo>
                    <a:pt x="245" y="179"/>
                    <a:pt x="246" y="173"/>
                    <a:pt x="246" y="167"/>
                  </a:cubicBezTo>
                  <a:cubicBezTo>
                    <a:pt x="252" y="167"/>
                    <a:pt x="252" y="167"/>
                    <a:pt x="252" y="167"/>
                  </a:cubicBezTo>
                  <a:cubicBezTo>
                    <a:pt x="252" y="16"/>
                    <a:pt x="252" y="16"/>
                    <a:pt x="25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7"/>
                    <a:pt x="22" y="167"/>
                    <a:pt x="22" y="167"/>
                  </a:cubicBezTo>
                  <a:cubicBezTo>
                    <a:pt x="105" y="167"/>
                    <a:pt x="105" y="167"/>
                    <a:pt x="105" y="167"/>
                  </a:cubicBezTo>
                  <a:cubicBezTo>
                    <a:pt x="111" y="174"/>
                    <a:pt x="111" y="174"/>
                    <a:pt x="111" y="174"/>
                  </a:cubicBezTo>
                  <a:cubicBezTo>
                    <a:pt x="114" y="177"/>
                    <a:pt x="117" y="181"/>
                    <a:pt x="119" y="185"/>
                  </a:cubicBezTo>
                  <a:cubicBezTo>
                    <a:pt x="17" y="185"/>
                    <a:pt x="17" y="185"/>
                    <a:pt x="17" y="185"/>
                  </a:cubicBezTo>
                  <a:cubicBezTo>
                    <a:pt x="8" y="185"/>
                    <a:pt x="0" y="177"/>
                    <a:pt x="0" y="16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lose/>
                  <a:moveTo>
                    <a:pt x="187" y="100"/>
                  </a:moveTo>
                  <a:cubicBezTo>
                    <a:pt x="187" y="104"/>
                    <a:pt x="187" y="104"/>
                    <a:pt x="187" y="104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0"/>
                    <a:pt x="240" y="100"/>
                    <a:pt x="240" y="100"/>
                  </a:cubicBezTo>
                  <a:cubicBezTo>
                    <a:pt x="187" y="100"/>
                    <a:pt x="187" y="100"/>
                    <a:pt x="187" y="100"/>
                  </a:cubicBezTo>
                  <a:close/>
                  <a:moveTo>
                    <a:pt x="187" y="84"/>
                  </a:moveTo>
                  <a:cubicBezTo>
                    <a:pt x="187" y="88"/>
                    <a:pt x="187" y="88"/>
                    <a:pt x="187" y="88"/>
                  </a:cubicBezTo>
                  <a:cubicBezTo>
                    <a:pt x="240" y="88"/>
                    <a:pt x="240" y="88"/>
                    <a:pt x="240" y="88"/>
                  </a:cubicBezTo>
                  <a:cubicBezTo>
                    <a:pt x="240" y="84"/>
                    <a:pt x="240" y="84"/>
                    <a:pt x="240" y="84"/>
                  </a:cubicBezTo>
                  <a:cubicBezTo>
                    <a:pt x="187" y="84"/>
                    <a:pt x="187" y="84"/>
                    <a:pt x="187" y="84"/>
                  </a:cubicBezTo>
                  <a:close/>
                  <a:moveTo>
                    <a:pt x="215" y="64"/>
                  </a:moveTo>
                  <a:cubicBezTo>
                    <a:pt x="215" y="68"/>
                    <a:pt x="215" y="68"/>
                    <a:pt x="215" y="68"/>
                  </a:cubicBezTo>
                  <a:cubicBezTo>
                    <a:pt x="240" y="68"/>
                    <a:pt x="240" y="68"/>
                    <a:pt x="240" y="68"/>
                  </a:cubicBezTo>
                  <a:cubicBezTo>
                    <a:pt x="240" y="64"/>
                    <a:pt x="240" y="64"/>
                    <a:pt x="240" y="64"/>
                  </a:cubicBezTo>
                  <a:cubicBezTo>
                    <a:pt x="215" y="64"/>
                    <a:pt x="215" y="64"/>
                    <a:pt x="215" y="64"/>
                  </a:cubicBezTo>
                  <a:close/>
                  <a:moveTo>
                    <a:pt x="215" y="49"/>
                  </a:moveTo>
                  <a:cubicBezTo>
                    <a:pt x="215" y="54"/>
                    <a:pt x="215" y="54"/>
                    <a:pt x="215" y="54"/>
                  </a:cubicBezTo>
                  <a:cubicBezTo>
                    <a:pt x="240" y="54"/>
                    <a:pt x="240" y="54"/>
                    <a:pt x="240" y="54"/>
                  </a:cubicBezTo>
                  <a:cubicBezTo>
                    <a:pt x="240" y="49"/>
                    <a:pt x="240" y="49"/>
                    <a:pt x="240" y="49"/>
                  </a:cubicBezTo>
                  <a:cubicBezTo>
                    <a:pt x="215" y="49"/>
                    <a:pt x="215" y="49"/>
                    <a:pt x="215" y="49"/>
                  </a:cubicBezTo>
                  <a:close/>
                  <a:moveTo>
                    <a:pt x="215" y="35"/>
                  </a:moveTo>
                  <a:cubicBezTo>
                    <a:pt x="215" y="39"/>
                    <a:pt x="215" y="39"/>
                    <a:pt x="215" y="39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0" y="35"/>
                    <a:pt x="240" y="35"/>
                    <a:pt x="240" y="35"/>
                  </a:cubicBezTo>
                  <a:cubicBezTo>
                    <a:pt x="215" y="35"/>
                    <a:pt x="215" y="35"/>
                    <a:pt x="215" y="35"/>
                  </a:cubicBezTo>
                  <a:close/>
                  <a:moveTo>
                    <a:pt x="158" y="35"/>
                  </a:moveTo>
                  <a:cubicBezTo>
                    <a:pt x="158" y="74"/>
                    <a:pt x="158" y="74"/>
                    <a:pt x="158" y="74"/>
                  </a:cubicBezTo>
                  <a:cubicBezTo>
                    <a:pt x="206" y="74"/>
                    <a:pt x="206" y="74"/>
                    <a:pt x="206" y="74"/>
                  </a:cubicBezTo>
                  <a:cubicBezTo>
                    <a:pt x="206" y="35"/>
                    <a:pt x="206" y="35"/>
                    <a:pt x="206" y="35"/>
                  </a:cubicBezTo>
                  <a:cubicBezTo>
                    <a:pt x="158" y="35"/>
                    <a:pt x="158" y="35"/>
                    <a:pt x="158" y="35"/>
                  </a:cubicBezTo>
                  <a:close/>
                  <a:moveTo>
                    <a:pt x="67" y="123"/>
                  </a:moveTo>
                  <a:cubicBezTo>
                    <a:pt x="80" y="123"/>
                    <a:pt x="80" y="123"/>
                    <a:pt x="80" y="123"/>
                  </a:cubicBezTo>
                  <a:cubicBezTo>
                    <a:pt x="80" y="86"/>
                    <a:pt x="80" y="86"/>
                    <a:pt x="80" y="86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7" y="123"/>
                    <a:pt x="67" y="123"/>
                    <a:pt x="67" y="123"/>
                  </a:cubicBezTo>
                  <a:close/>
                  <a:moveTo>
                    <a:pt x="37" y="84"/>
                  </a:moveTo>
                  <a:cubicBezTo>
                    <a:pt x="43" y="92"/>
                    <a:pt x="43" y="92"/>
                    <a:pt x="43" y="92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83" y="74"/>
                    <a:pt x="83" y="74"/>
                    <a:pt x="83" y="74"/>
                  </a:cubicBezTo>
                  <a:cubicBezTo>
                    <a:pt x="91" y="83"/>
                    <a:pt x="91" y="83"/>
                    <a:pt x="91" y="83"/>
                  </a:cubicBezTo>
                  <a:cubicBezTo>
                    <a:pt x="92" y="84"/>
                    <a:pt x="92" y="84"/>
                    <a:pt x="92" y="84"/>
                  </a:cubicBezTo>
                  <a:cubicBezTo>
                    <a:pt x="93" y="84"/>
                    <a:pt x="93" y="84"/>
                    <a:pt x="93" y="84"/>
                  </a:cubicBezTo>
                  <a:cubicBezTo>
                    <a:pt x="105" y="88"/>
                    <a:pt x="105" y="88"/>
                    <a:pt x="105" y="88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12" y="84"/>
                    <a:pt x="112" y="84"/>
                    <a:pt x="112" y="84"/>
                  </a:cubicBezTo>
                  <a:cubicBezTo>
                    <a:pt x="116" y="60"/>
                    <a:pt x="116" y="60"/>
                    <a:pt x="116" y="60"/>
                  </a:cubicBezTo>
                  <a:cubicBezTo>
                    <a:pt x="124" y="58"/>
                    <a:pt x="124" y="58"/>
                    <a:pt x="124" y="58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35" y="57"/>
                    <a:pt x="135" y="57"/>
                    <a:pt x="135" y="57"/>
                  </a:cubicBezTo>
                  <a:cubicBezTo>
                    <a:pt x="145" y="48"/>
                    <a:pt x="145" y="48"/>
                    <a:pt x="145" y="48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09" y="52"/>
                    <a:pt x="109" y="52"/>
                    <a:pt x="109" y="52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7" y="56"/>
                    <a:pt x="107" y="56"/>
                    <a:pt x="107" y="56"/>
                  </a:cubicBezTo>
                  <a:cubicBezTo>
                    <a:pt x="103" y="77"/>
                    <a:pt x="103" y="77"/>
                    <a:pt x="103" y="77"/>
                  </a:cubicBezTo>
                  <a:cubicBezTo>
                    <a:pt x="97" y="75"/>
                    <a:pt x="97" y="75"/>
                    <a:pt x="97" y="75"/>
                  </a:cubicBezTo>
                  <a:cubicBezTo>
                    <a:pt x="89" y="67"/>
                    <a:pt x="89" y="67"/>
                    <a:pt x="89" y="67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68" y="63"/>
                    <a:pt x="68" y="63"/>
                    <a:pt x="68" y="63"/>
                  </a:cubicBezTo>
                  <a:cubicBezTo>
                    <a:pt x="37" y="84"/>
                    <a:pt x="37" y="84"/>
                    <a:pt x="37" y="84"/>
                  </a:cubicBezTo>
                  <a:close/>
                  <a:moveTo>
                    <a:pt x="48" y="123"/>
                  </a:moveTo>
                  <a:cubicBezTo>
                    <a:pt x="61" y="123"/>
                    <a:pt x="61" y="123"/>
                    <a:pt x="61" y="123"/>
                  </a:cubicBezTo>
                  <a:cubicBezTo>
                    <a:pt x="61" y="95"/>
                    <a:pt x="61" y="95"/>
                    <a:pt x="61" y="95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48" y="123"/>
                    <a:pt x="48" y="123"/>
                    <a:pt x="48" y="123"/>
                  </a:cubicBezTo>
                  <a:close/>
                  <a:moveTo>
                    <a:pt x="124" y="123"/>
                  </a:moveTo>
                  <a:cubicBezTo>
                    <a:pt x="137" y="123"/>
                    <a:pt x="137" y="123"/>
                    <a:pt x="137" y="123"/>
                  </a:cubicBezTo>
                  <a:cubicBezTo>
                    <a:pt x="137" y="69"/>
                    <a:pt x="137" y="69"/>
                    <a:pt x="137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123"/>
                    <a:pt x="124" y="123"/>
                    <a:pt x="124" y="123"/>
                  </a:cubicBezTo>
                  <a:close/>
                  <a:moveTo>
                    <a:pt x="105" y="123"/>
                  </a:moveTo>
                  <a:cubicBezTo>
                    <a:pt x="118" y="123"/>
                    <a:pt x="118" y="123"/>
                    <a:pt x="118" y="123"/>
                  </a:cubicBezTo>
                  <a:cubicBezTo>
                    <a:pt x="118" y="99"/>
                    <a:pt x="118" y="99"/>
                    <a:pt x="118" y="99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05" y="123"/>
                    <a:pt x="105" y="123"/>
                    <a:pt x="105" y="123"/>
                  </a:cubicBezTo>
                  <a:close/>
                  <a:moveTo>
                    <a:pt x="86" y="123"/>
                  </a:moveTo>
                  <a:cubicBezTo>
                    <a:pt x="98" y="123"/>
                    <a:pt x="98" y="123"/>
                    <a:pt x="98" y="123"/>
                  </a:cubicBezTo>
                  <a:cubicBezTo>
                    <a:pt x="98" y="93"/>
                    <a:pt x="98" y="93"/>
                    <a:pt x="98" y="93"/>
                  </a:cubicBezTo>
                  <a:cubicBezTo>
                    <a:pt x="86" y="93"/>
                    <a:pt x="86" y="93"/>
                    <a:pt x="86" y="93"/>
                  </a:cubicBezTo>
                  <a:cubicBezTo>
                    <a:pt x="86" y="123"/>
                    <a:pt x="86" y="123"/>
                    <a:pt x="86" y="123"/>
                  </a:cubicBezTo>
                  <a:close/>
                  <a:moveTo>
                    <a:pt x="179" y="145"/>
                  </a:moveTo>
                  <a:cubicBezTo>
                    <a:pt x="177" y="127"/>
                    <a:pt x="176" y="108"/>
                    <a:pt x="174" y="90"/>
                  </a:cubicBezTo>
                  <a:cubicBezTo>
                    <a:pt x="170" y="89"/>
                    <a:pt x="163" y="89"/>
                    <a:pt x="159" y="89"/>
                  </a:cubicBezTo>
                  <a:cubicBezTo>
                    <a:pt x="157" y="118"/>
                    <a:pt x="158" y="147"/>
                    <a:pt x="157" y="176"/>
                  </a:cubicBezTo>
                  <a:cubicBezTo>
                    <a:pt x="153" y="167"/>
                    <a:pt x="147" y="158"/>
                    <a:pt x="133" y="154"/>
                  </a:cubicBezTo>
                  <a:cubicBezTo>
                    <a:pt x="130" y="157"/>
                    <a:pt x="129" y="158"/>
                    <a:pt x="126" y="161"/>
                  </a:cubicBezTo>
                  <a:cubicBezTo>
                    <a:pt x="136" y="172"/>
                    <a:pt x="141" y="187"/>
                    <a:pt x="144" y="200"/>
                  </a:cubicBezTo>
                  <a:cubicBezTo>
                    <a:pt x="148" y="231"/>
                    <a:pt x="148" y="231"/>
                    <a:pt x="148" y="231"/>
                  </a:cubicBezTo>
                  <a:cubicBezTo>
                    <a:pt x="151" y="238"/>
                    <a:pt x="154" y="245"/>
                    <a:pt x="158" y="252"/>
                  </a:cubicBezTo>
                  <a:cubicBezTo>
                    <a:pt x="178" y="251"/>
                    <a:pt x="194" y="251"/>
                    <a:pt x="214" y="250"/>
                  </a:cubicBezTo>
                  <a:cubicBezTo>
                    <a:pt x="216" y="246"/>
                    <a:pt x="218" y="241"/>
                    <a:pt x="220" y="237"/>
                  </a:cubicBezTo>
                  <a:cubicBezTo>
                    <a:pt x="223" y="214"/>
                    <a:pt x="228" y="169"/>
                    <a:pt x="228" y="146"/>
                  </a:cubicBezTo>
                  <a:cubicBezTo>
                    <a:pt x="222" y="144"/>
                    <a:pt x="219" y="143"/>
                    <a:pt x="213" y="142"/>
                  </a:cubicBezTo>
                  <a:cubicBezTo>
                    <a:pt x="212" y="144"/>
                    <a:pt x="211" y="155"/>
                    <a:pt x="210" y="157"/>
                  </a:cubicBezTo>
                  <a:cubicBezTo>
                    <a:pt x="210" y="149"/>
                    <a:pt x="210" y="141"/>
                    <a:pt x="209" y="133"/>
                  </a:cubicBezTo>
                  <a:cubicBezTo>
                    <a:pt x="205" y="132"/>
                    <a:pt x="200" y="131"/>
                    <a:pt x="195" y="130"/>
                  </a:cubicBezTo>
                  <a:cubicBezTo>
                    <a:pt x="195" y="132"/>
                    <a:pt x="194" y="134"/>
                    <a:pt x="194" y="136"/>
                  </a:cubicBezTo>
                  <a:cubicBezTo>
                    <a:pt x="194" y="133"/>
                    <a:pt x="193" y="129"/>
                    <a:pt x="193" y="126"/>
                  </a:cubicBezTo>
                  <a:cubicBezTo>
                    <a:pt x="189" y="125"/>
                    <a:pt x="184" y="125"/>
                    <a:pt x="180" y="124"/>
                  </a:cubicBezTo>
                  <a:cubicBezTo>
                    <a:pt x="180" y="131"/>
                    <a:pt x="179" y="138"/>
                    <a:pt x="179" y="145"/>
                  </a:cubicBezTo>
                  <a:close/>
                  <a:moveTo>
                    <a:pt x="7" y="66"/>
                  </a:moveTo>
                  <a:cubicBezTo>
                    <a:pt x="7" y="114"/>
                    <a:pt x="7" y="114"/>
                    <a:pt x="7" y="114"/>
                  </a:cubicBezTo>
                  <a:cubicBezTo>
                    <a:pt x="15" y="114"/>
                    <a:pt x="15" y="114"/>
                    <a:pt x="15" y="114"/>
                  </a:cubicBezTo>
                  <a:cubicBezTo>
                    <a:pt x="15" y="66"/>
                    <a:pt x="15" y="66"/>
                    <a:pt x="15" y="66"/>
                  </a:cubicBezTo>
                  <a:lnTo>
                    <a:pt x="7" y="6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314243" y="5596000"/>
            <a:ext cx="2886892" cy="449822"/>
          </a:xfrm>
          <a:prstGeom prst="rect">
            <a:avLst/>
          </a:prstGeom>
        </p:spPr>
        <p:txBody>
          <a:bodyPr vert="horz" wrap="none" lIns="9000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③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Validation Data</a:t>
            </a:r>
          </a:p>
        </p:txBody>
      </p:sp>
      <p:sp>
        <p:nvSpPr>
          <p:cNvPr id="43" name="Down Arrow 42"/>
          <p:cNvSpPr/>
          <p:nvPr/>
        </p:nvSpPr>
        <p:spPr>
          <a:xfrm rot="16200000">
            <a:off x="4946471" y="5570704"/>
            <a:ext cx="418013" cy="43107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5392040" y="5084694"/>
            <a:ext cx="1438861" cy="1562601"/>
            <a:chOff x="9535212" y="788712"/>
            <a:chExt cx="1678906" cy="1927636"/>
          </a:xfrm>
        </p:grpSpPr>
        <p:sp>
          <p:nvSpPr>
            <p:cNvPr id="45" name="Oval 44"/>
            <p:cNvSpPr/>
            <p:nvPr/>
          </p:nvSpPr>
          <p:spPr>
            <a:xfrm>
              <a:off x="9672510" y="2310224"/>
              <a:ext cx="1436676" cy="406124"/>
            </a:xfrm>
            <a:prstGeom prst="ellipse">
              <a:avLst/>
            </a:prstGeom>
            <a:solidFill>
              <a:sysClr val="window" lastClr="FFFFFF">
                <a:lumMod val="75000"/>
              </a:sysClr>
            </a:solidFill>
            <a:ln w="25400" cap="flat" cmpd="sng" algn="ctr">
              <a:noFill/>
              <a:prstDash val="solid"/>
            </a:ln>
            <a:effectLst>
              <a:softEdge rad="127000"/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9535212" y="788712"/>
              <a:ext cx="1678906" cy="1678906"/>
            </a:xfrm>
            <a:prstGeom prst="ellipse">
              <a:avLst/>
            </a:prstGeom>
            <a:solidFill>
              <a:srgbClr val="07326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9605965" y="844675"/>
              <a:ext cx="1566979" cy="1566979"/>
            </a:xfrm>
            <a:prstGeom prst="ellipse">
              <a:avLst/>
            </a:prstGeom>
            <a:solidFill>
              <a:srgbClr val="00AECF"/>
            </a:solidFill>
            <a:ln w="25400" cap="flat" cmpd="sng" algn="ctr">
              <a:noFill/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797013" y="5405449"/>
            <a:ext cx="625754" cy="721947"/>
            <a:chOff x="6929705" y="4141413"/>
            <a:chExt cx="392951" cy="652545"/>
          </a:xfrm>
          <a:solidFill>
            <a:schemeClr val="accent2"/>
          </a:solidFill>
        </p:grpSpPr>
        <p:sp>
          <p:nvSpPr>
            <p:cNvPr id="49" name="Oval 84"/>
            <p:cNvSpPr>
              <a:spLocks noChangeArrowheads="1"/>
            </p:cNvSpPr>
            <p:nvPr/>
          </p:nvSpPr>
          <p:spPr bwMode="auto">
            <a:xfrm>
              <a:off x="7139447" y="4419603"/>
              <a:ext cx="20216" cy="25759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50" name="Oval 85"/>
            <p:cNvSpPr>
              <a:spLocks noChangeArrowheads="1"/>
            </p:cNvSpPr>
            <p:nvPr/>
          </p:nvSpPr>
          <p:spPr bwMode="auto">
            <a:xfrm>
              <a:off x="7192514" y="4321722"/>
              <a:ext cx="26534" cy="36062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51" name="Oval 86"/>
            <p:cNvSpPr>
              <a:spLocks noChangeArrowheads="1"/>
            </p:cNvSpPr>
            <p:nvPr/>
          </p:nvSpPr>
          <p:spPr bwMode="auto">
            <a:xfrm>
              <a:off x="7076272" y="4292529"/>
              <a:ext cx="34115" cy="48082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52" name="Freeform 87"/>
            <p:cNvSpPr>
              <a:spLocks noEditPoints="1"/>
            </p:cNvSpPr>
            <p:nvPr/>
          </p:nvSpPr>
          <p:spPr bwMode="auto">
            <a:xfrm>
              <a:off x="6929705" y="4141413"/>
              <a:ext cx="392951" cy="652545"/>
            </a:xfrm>
            <a:custGeom>
              <a:avLst/>
              <a:gdLst>
                <a:gd name="T0" fmla="*/ 227 w 1422"/>
                <a:gd name="T1" fmla="*/ 215 h 1734"/>
                <a:gd name="T2" fmla="*/ 127 w 1422"/>
                <a:gd name="T3" fmla="*/ 720 h 1734"/>
                <a:gd name="T4" fmla="*/ 160 w 1422"/>
                <a:gd name="T5" fmla="*/ 1289 h 1734"/>
                <a:gd name="T6" fmla="*/ 382 w 1422"/>
                <a:gd name="T7" fmla="*/ 1426 h 1734"/>
                <a:gd name="T8" fmla="*/ 667 w 1422"/>
                <a:gd name="T9" fmla="*/ 1716 h 1734"/>
                <a:gd name="T10" fmla="*/ 707 w 1422"/>
                <a:gd name="T11" fmla="*/ 1727 h 1734"/>
                <a:gd name="T12" fmla="*/ 1253 w 1422"/>
                <a:gd name="T13" fmla="*/ 956 h 1734"/>
                <a:gd name="T14" fmla="*/ 656 w 1422"/>
                <a:gd name="T15" fmla="*/ 661 h 1734"/>
                <a:gd name="T16" fmla="*/ 598 w 1422"/>
                <a:gd name="T17" fmla="*/ 671 h 1734"/>
                <a:gd name="T18" fmla="*/ 498 w 1422"/>
                <a:gd name="T19" fmla="*/ 649 h 1734"/>
                <a:gd name="T20" fmla="*/ 450 w 1422"/>
                <a:gd name="T21" fmla="*/ 614 h 1734"/>
                <a:gd name="T22" fmla="*/ 395 w 1422"/>
                <a:gd name="T23" fmla="*/ 528 h 1734"/>
                <a:gd name="T24" fmla="*/ 385 w 1422"/>
                <a:gd name="T25" fmla="*/ 469 h 1734"/>
                <a:gd name="T26" fmla="*/ 408 w 1422"/>
                <a:gd name="T27" fmla="*/ 370 h 1734"/>
                <a:gd name="T28" fmla="*/ 442 w 1422"/>
                <a:gd name="T29" fmla="*/ 322 h 1734"/>
                <a:gd name="T30" fmla="*/ 528 w 1422"/>
                <a:gd name="T31" fmla="*/ 267 h 1734"/>
                <a:gd name="T32" fmla="*/ 587 w 1422"/>
                <a:gd name="T33" fmla="*/ 257 h 1734"/>
                <a:gd name="T34" fmla="*/ 686 w 1422"/>
                <a:gd name="T35" fmla="*/ 280 h 1734"/>
                <a:gd name="T36" fmla="*/ 735 w 1422"/>
                <a:gd name="T37" fmla="*/ 314 h 1734"/>
                <a:gd name="T38" fmla="*/ 789 w 1422"/>
                <a:gd name="T39" fmla="*/ 400 h 1734"/>
                <a:gd name="T40" fmla="*/ 799 w 1422"/>
                <a:gd name="T41" fmla="*/ 459 h 1734"/>
                <a:gd name="T42" fmla="*/ 777 w 1422"/>
                <a:gd name="T43" fmla="*/ 558 h 1734"/>
                <a:gd name="T44" fmla="*/ 742 w 1422"/>
                <a:gd name="T45" fmla="*/ 607 h 1734"/>
                <a:gd name="T46" fmla="*/ 656 w 1422"/>
                <a:gd name="T47" fmla="*/ 661 h 1734"/>
                <a:gd name="T48" fmla="*/ 894 w 1422"/>
                <a:gd name="T49" fmla="*/ 797 h 1734"/>
                <a:gd name="T50" fmla="*/ 895 w 1422"/>
                <a:gd name="T51" fmla="*/ 851 h 1734"/>
                <a:gd name="T52" fmla="*/ 849 w 1422"/>
                <a:gd name="T53" fmla="*/ 859 h 1734"/>
                <a:gd name="T54" fmla="*/ 811 w 1422"/>
                <a:gd name="T55" fmla="*/ 898 h 1734"/>
                <a:gd name="T56" fmla="*/ 773 w 1422"/>
                <a:gd name="T57" fmla="*/ 871 h 1734"/>
                <a:gd name="T58" fmla="*/ 719 w 1422"/>
                <a:gd name="T59" fmla="*/ 872 h 1734"/>
                <a:gd name="T60" fmla="*/ 711 w 1422"/>
                <a:gd name="T61" fmla="*/ 826 h 1734"/>
                <a:gd name="T62" fmla="*/ 672 w 1422"/>
                <a:gd name="T63" fmla="*/ 788 h 1734"/>
                <a:gd name="T64" fmla="*/ 699 w 1422"/>
                <a:gd name="T65" fmla="*/ 750 h 1734"/>
                <a:gd name="T66" fmla="*/ 698 w 1422"/>
                <a:gd name="T67" fmla="*/ 696 h 1734"/>
                <a:gd name="T68" fmla="*/ 744 w 1422"/>
                <a:gd name="T69" fmla="*/ 688 h 1734"/>
                <a:gd name="T70" fmla="*/ 781 w 1422"/>
                <a:gd name="T71" fmla="*/ 649 h 1734"/>
                <a:gd name="T72" fmla="*/ 819 w 1422"/>
                <a:gd name="T73" fmla="*/ 676 h 1734"/>
                <a:gd name="T74" fmla="*/ 874 w 1422"/>
                <a:gd name="T75" fmla="*/ 675 h 1734"/>
                <a:gd name="T76" fmla="*/ 882 w 1422"/>
                <a:gd name="T77" fmla="*/ 721 h 1734"/>
                <a:gd name="T78" fmla="*/ 921 w 1422"/>
                <a:gd name="T79" fmla="*/ 758 h 1734"/>
                <a:gd name="T80" fmla="*/ 1131 w 1422"/>
                <a:gd name="T81" fmla="*/ 529 h 1734"/>
                <a:gd name="T82" fmla="*/ 1153 w 1422"/>
                <a:gd name="T83" fmla="*/ 587 h 1734"/>
                <a:gd name="T84" fmla="*/ 1090 w 1422"/>
                <a:gd name="T85" fmla="*/ 621 h 1734"/>
                <a:gd name="T86" fmla="*/ 1064 w 1422"/>
                <a:gd name="T87" fmla="*/ 677 h 1734"/>
                <a:gd name="T88" fmla="*/ 995 w 1422"/>
                <a:gd name="T89" fmla="*/ 658 h 1734"/>
                <a:gd name="T90" fmla="*/ 937 w 1422"/>
                <a:gd name="T91" fmla="*/ 679 h 1734"/>
                <a:gd name="T92" fmla="*/ 902 w 1422"/>
                <a:gd name="T93" fmla="*/ 616 h 1734"/>
                <a:gd name="T94" fmla="*/ 846 w 1422"/>
                <a:gd name="T95" fmla="*/ 590 h 1734"/>
                <a:gd name="T96" fmla="*/ 866 w 1422"/>
                <a:gd name="T97" fmla="*/ 521 h 1734"/>
                <a:gd name="T98" fmla="*/ 845 w 1422"/>
                <a:gd name="T99" fmla="*/ 463 h 1734"/>
                <a:gd name="T100" fmla="*/ 907 w 1422"/>
                <a:gd name="T101" fmla="*/ 428 h 1734"/>
                <a:gd name="T102" fmla="*/ 933 w 1422"/>
                <a:gd name="T103" fmla="*/ 372 h 1734"/>
                <a:gd name="T104" fmla="*/ 1002 w 1422"/>
                <a:gd name="T105" fmla="*/ 392 h 1734"/>
                <a:gd name="T106" fmla="*/ 1060 w 1422"/>
                <a:gd name="T107" fmla="*/ 371 h 1734"/>
                <a:gd name="T108" fmla="*/ 1095 w 1422"/>
                <a:gd name="T109" fmla="*/ 434 h 1734"/>
                <a:gd name="T110" fmla="*/ 1151 w 1422"/>
                <a:gd name="T111" fmla="*/ 460 h 1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22" h="1734">
                  <a:moveTo>
                    <a:pt x="1249" y="257"/>
                  </a:moveTo>
                  <a:cubicBezTo>
                    <a:pt x="1173" y="162"/>
                    <a:pt x="975" y="0"/>
                    <a:pt x="716" y="0"/>
                  </a:cubicBezTo>
                  <a:cubicBezTo>
                    <a:pt x="543" y="0"/>
                    <a:pt x="379" y="73"/>
                    <a:pt x="227" y="215"/>
                  </a:cubicBezTo>
                  <a:cubicBezTo>
                    <a:pt x="227" y="216"/>
                    <a:pt x="226" y="216"/>
                    <a:pt x="226" y="216"/>
                  </a:cubicBezTo>
                  <a:cubicBezTo>
                    <a:pt x="78" y="368"/>
                    <a:pt x="97" y="509"/>
                    <a:pt x="122" y="687"/>
                  </a:cubicBezTo>
                  <a:cubicBezTo>
                    <a:pt x="123" y="698"/>
                    <a:pt x="125" y="709"/>
                    <a:pt x="127" y="720"/>
                  </a:cubicBezTo>
                  <a:cubicBezTo>
                    <a:pt x="131" y="751"/>
                    <a:pt x="104" y="797"/>
                    <a:pt x="78" y="842"/>
                  </a:cubicBezTo>
                  <a:cubicBezTo>
                    <a:pt x="40" y="910"/>
                    <a:pt x="0" y="980"/>
                    <a:pt x="49" y="1013"/>
                  </a:cubicBezTo>
                  <a:cubicBezTo>
                    <a:pt x="132" y="1070"/>
                    <a:pt x="146" y="1182"/>
                    <a:pt x="160" y="1289"/>
                  </a:cubicBezTo>
                  <a:cubicBezTo>
                    <a:pt x="164" y="1315"/>
                    <a:pt x="167" y="1341"/>
                    <a:pt x="171" y="1367"/>
                  </a:cubicBezTo>
                  <a:cubicBezTo>
                    <a:pt x="179" y="1412"/>
                    <a:pt x="216" y="1433"/>
                    <a:pt x="286" y="1433"/>
                  </a:cubicBezTo>
                  <a:cubicBezTo>
                    <a:pt x="317" y="1433"/>
                    <a:pt x="350" y="1429"/>
                    <a:pt x="382" y="1426"/>
                  </a:cubicBezTo>
                  <a:cubicBezTo>
                    <a:pt x="409" y="1422"/>
                    <a:pt x="435" y="1419"/>
                    <a:pt x="456" y="1419"/>
                  </a:cubicBezTo>
                  <a:cubicBezTo>
                    <a:pt x="468" y="1419"/>
                    <a:pt x="477" y="1420"/>
                    <a:pt x="484" y="1422"/>
                  </a:cubicBezTo>
                  <a:cubicBezTo>
                    <a:pt x="568" y="1445"/>
                    <a:pt x="641" y="1614"/>
                    <a:pt x="667" y="1716"/>
                  </a:cubicBezTo>
                  <a:cubicBezTo>
                    <a:pt x="669" y="1724"/>
                    <a:pt x="676" y="1730"/>
                    <a:pt x="684" y="1733"/>
                  </a:cubicBezTo>
                  <a:cubicBezTo>
                    <a:pt x="686" y="1733"/>
                    <a:pt x="688" y="1734"/>
                    <a:pt x="690" y="1734"/>
                  </a:cubicBezTo>
                  <a:cubicBezTo>
                    <a:pt x="696" y="1734"/>
                    <a:pt x="702" y="1731"/>
                    <a:pt x="707" y="1727"/>
                  </a:cubicBezTo>
                  <a:cubicBezTo>
                    <a:pt x="1136" y="1317"/>
                    <a:pt x="1136" y="1317"/>
                    <a:pt x="1136" y="1317"/>
                  </a:cubicBezTo>
                  <a:cubicBezTo>
                    <a:pt x="1143" y="1311"/>
                    <a:pt x="1145" y="1302"/>
                    <a:pt x="1142" y="1293"/>
                  </a:cubicBezTo>
                  <a:cubicBezTo>
                    <a:pt x="1104" y="1174"/>
                    <a:pt x="1183" y="1058"/>
                    <a:pt x="1253" y="956"/>
                  </a:cubicBezTo>
                  <a:cubicBezTo>
                    <a:pt x="1283" y="912"/>
                    <a:pt x="1312" y="870"/>
                    <a:pt x="1331" y="828"/>
                  </a:cubicBezTo>
                  <a:cubicBezTo>
                    <a:pt x="1422" y="637"/>
                    <a:pt x="1357" y="391"/>
                    <a:pt x="1249" y="257"/>
                  </a:cubicBezTo>
                  <a:close/>
                  <a:moveTo>
                    <a:pt x="656" y="661"/>
                  </a:moveTo>
                  <a:cubicBezTo>
                    <a:pt x="640" y="636"/>
                    <a:pt x="640" y="636"/>
                    <a:pt x="640" y="636"/>
                  </a:cubicBezTo>
                  <a:cubicBezTo>
                    <a:pt x="628" y="639"/>
                    <a:pt x="616" y="641"/>
                    <a:pt x="604" y="642"/>
                  </a:cubicBezTo>
                  <a:cubicBezTo>
                    <a:pt x="598" y="671"/>
                    <a:pt x="598" y="671"/>
                    <a:pt x="598" y="671"/>
                  </a:cubicBezTo>
                  <a:cubicBezTo>
                    <a:pt x="595" y="682"/>
                    <a:pt x="585" y="688"/>
                    <a:pt x="574" y="686"/>
                  </a:cubicBezTo>
                  <a:cubicBezTo>
                    <a:pt x="513" y="672"/>
                    <a:pt x="513" y="672"/>
                    <a:pt x="513" y="672"/>
                  </a:cubicBezTo>
                  <a:cubicBezTo>
                    <a:pt x="502" y="670"/>
                    <a:pt x="496" y="659"/>
                    <a:pt x="498" y="649"/>
                  </a:cubicBezTo>
                  <a:cubicBezTo>
                    <a:pt x="505" y="619"/>
                    <a:pt x="505" y="619"/>
                    <a:pt x="505" y="619"/>
                  </a:cubicBezTo>
                  <a:cubicBezTo>
                    <a:pt x="494" y="613"/>
                    <a:pt x="484" y="606"/>
                    <a:pt x="475" y="598"/>
                  </a:cubicBezTo>
                  <a:cubicBezTo>
                    <a:pt x="450" y="614"/>
                    <a:pt x="450" y="614"/>
                    <a:pt x="450" y="614"/>
                  </a:cubicBezTo>
                  <a:cubicBezTo>
                    <a:pt x="441" y="620"/>
                    <a:pt x="429" y="617"/>
                    <a:pt x="423" y="608"/>
                  </a:cubicBezTo>
                  <a:cubicBezTo>
                    <a:pt x="389" y="555"/>
                    <a:pt x="389" y="555"/>
                    <a:pt x="389" y="555"/>
                  </a:cubicBezTo>
                  <a:cubicBezTo>
                    <a:pt x="384" y="546"/>
                    <a:pt x="386" y="534"/>
                    <a:pt x="395" y="528"/>
                  </a:cubicBezTo>
                  <a:cubicBezTo>
                    <a:pt x="421" y="512"/>
                    <a:pt x="421" y="512"/>
                    <a:pt x="421" y="512"/>
                  </a:cubicBezTo>
                  <a:cubicBezTo>
                    <a:pt x="417" y="500"/>
                    <a:pt x="415" y="488"/>
                    <a:pt x="415" y="476"/>
                  </a:cubicBezTo>
                  <a:cubicBezTo>
                    <a:pt x="385" y="469"/>
                    <a:pt x="385" y="469"/>
                    <a:pt x="385" y="469"/>
                  </a:cubicBezTo>
                  <a:cubicBezTo>
                    <a:pt x="375" y="467"/>
                    <a:pt x="368" y="457"/>
                    <a:pt x="371" y="446"/>
                  </a:cubicBezTo>
                  <a:cubicBezTo>
                    <a:pt x="385" y="385"/>
                    <a:pt x="385" y="385"/>
                    <a:pt x="385" y="385"/>
                  </a:cubicBezTo>
                  <a:cubicBezTo>
                    <a:pt x="387" y="374"/>
                    <a:pt x="397" y="368"/>
                    <a:pt x="408" y="370"/>
                  </a:cubicBezTo>
                  <a:cubicBezTo>
                    <a:pt x="437" y="377"/>
                    <a:pt x="437" y="377"/>
                    <a:pt x="437" y="377"/>
                  </a:cubicBezTo>
                  <a:cubicBezTo>
                    <a:pt x="443" y="366"/>
                    <a:pt x="450" y="356"/>
                    <a:pt x="458" y="347"/>
                  </a:cubicBezTo>
                  <a:cubicBezTo>
                    <a:pt x="442" y="322"/>
                    <a:pt x="442" y="322"/>
                    <a:pt x="442" y="322"/>
                  </a:cubicBezTo>
                  <a:cubicBezTo>
                    <a:pt x="437" y="313"/>
                    <a:pt x="439" y="301"/>
                    <a:pt x="448" y="295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11" y="256"/>
                    <a:pt x="523" y="258"/>
                    <a:pt x="528" y="267"/>
                  </a:cubicBezTo>
                  <a:cubicBezTo>
                    <a:pt x="544" y="293"/>
                    <a:pt x="544" y="293"/>
                    <a:pt x="544" y="293"/>
                  </a:cubicBezTo>
                  <a:cubicBezTo>
                    <a:pt x="556" y="289"/>
                    <a:pt x="568" y="287"/>
                    <a:pt x="580" y="287"/>
                  </a:cubicBezTo>
                  <a:cubicBezTo>
                    <a:pt x="587" y="257"/>
                    <a:pt x="587" y="257"/>
                    <a:pt x="587" y="257"/>
                  </a:cubicBezTo>
                  <a:cubicBezTo>
                    <a:pt x="589" y="247"/>
                    <a:pt x="600" y="240"/>
                    <a:pt x="610" y="243"/>
                  </a:cubicBezTo>
                  <a:cubicBezTo>
                    <a:pt x="672" y="257"/>
                    <a:pt x="672" y="257"/>
                    <a:pt x="672" y="257"/>
                  </a:cubicBezTo>
                  <a:cubicBezTo>
                    <a:pt x="682" y="259"/>
                    <a:pt x="689" y="269"/>
                    <a:pt x="686" y="280"/>
                  </a:cubicBezTo>
                  <a:cubicBezTo>
                    <a:pt x="680" y="309"/>
                    <a:pt x="680" y="309"/>
                    <a:pt x="680" y="309"/>
                  </a:cubicBezTo>
                  <a:cubicBezTo>
                    <a:pt x="690" y="315"/>
                    <a:pt x="700" y="322"/>
                    <a:pt x="709" y="330"/>
                  </a:cubicBezTo>
                  <a:cubicBezTo>
                    <a:pt x="735" y="314"/>
                    <a:pt x="735" y="314"/>
                    <a:pt x="735" y="314"/>
                  </a:cubicBezTo>
                  <a:cubicBezTo>
                    <a:pt x="744" y="308"/>
                    <a:pt x="756" y="311"/>
                    <a:pt x="762" y="320"/>
                  </a:cubicBezTo>
                  <a:cubicBezTo>
                    <a:pt x="795" y="374"/>
                    <a:pt x="795" y="374"/>
                    <a:pt x="795" y="374"/>
                  </a:cubicBezTo>
                  <a:cubicBezTo>
                    <a:pt x="801" y="383"/>
                    <a:pt x="798" y="395"/>
                    <a:pt x="789" y="400"/>
                  </a:cubicBezTo>
                  <a:cubicBezTo>
                    <a:pt x="764" y="416"/>
                    <a:pt x="764" y="416"/>
                    <a:pt x="764" y="416"/>
                  </a:cubicBezTo>
                  <a:cubicBezTo>
                    <a:pt x="767" y="428"/>
                    <a:pt x="769" y="440"/>
                    <a:pt x="770" y="452"/>
                  </a:cubicBezTo>
                  <a:cubicBezTo>
                    <a:pt x="799" y="459"/>
                    <a:pt x="799" y="459"/>
                    <a:pt x="799" y="459"/>
                  </a:cubicBezTo>
                  <a:cubicBezTo>
                    <a:pt x="810" y="461"/>
                    <a:pt x="816" y="472"/>
                    <a:pt x="814" y="482"/>
                  </a:cubicBezTo>
                  <a:cubicBezTo>
                    <a:pt x="800" y="544"/>
                    <a:pt x="800" y="544"/>
                    <a:pt x="800" y="544"/>
                  </a:cubicBezTo>
                  <a:cubicBezTo>
                    <a:pt x="798" y="554"/>
                    <a:pt x="787" y="561"/>
                    <a:pt x="777" y="558"/>
                  </a:cubicBezTo>
                  <a:cubicBezTo>
                    <a:pt x="747" y="552"/>
                    <a:pt x="747" y="552"/>
                    <a:pt x="747" y="552"/>
                  </a:cubicBezTo>
                  <a:cubicBezTo>
                    <a:pt x="741" y="562"/>
                    <a:pt x="734" y="572"/>
                    <a:pt x="726" y="581"/>
                  </a:cubicBezTo>
                  <a:cubicBezTo>
                    <a:pt x="742" y="607"/>
                    <a:pt x="742" y="607"/>
                    <a:pt x="742" y="607"/>
                  </a:cubicBezTo>
                  <a:cubicBezTo>
                    <a:pt x="748" y="616"/>
                    <a:pt x="745" y="628"/>
                    <a:pt x="736" y="634"/>
                  </a:cubicBezTo>
                  <a:cubicBezTo>
                    <a:pt x="683" y="667"/>
                    <a:pt x="683" y="667"/>
                    <a:pt x="683" y="667"/>
                  </a:cubicBezTo>
                  <a:cubicBezTo>
                    <a:pt x="674" y="673"/>
                    <a:pt x="662" y="670"/>
                    <a:pt x="656" y="661"/>
                  </a:cubicBezTo>
                  <a:close/>
                  <a:moveTo>
                    <a:pt x="913" y="772"/>
                  </a:moveTo>
                  <a:cubicBezTo>
                    <a:pt x="896" y="776"/>
                    <a:pt x="896" y="776"/>
                    <a:pt x="896" y="776"/>
                  </a:cubicBezTo>
                  <a:cubicBezTo>
                    <a:pt x="896" y="783"/>
                    <a:pt x="895" y="790"/>
                    <a:pt x="894" y="797"/>
                  </a:cubicBezTo>
                  <a:cubicBezTo>
                    <a:pt x="908" y="805"/>
                    <a:pt x="908" y="805"/>
                    <a:pt x="908" y="805"/>
                  </a:cubicBezTo>
                  <a:cubicBezTo>
                    <a:pt x="914" y="808"/>
                    <a:pt x="915" y="815"/>
                    <a:pt x="912" y="820"/>
                  </a:cubicBezTo>
                  <a:cubicBezTo>
                    <a:pt x="895" y="851"/>
                    <a:pt x="895" y="851"/>
                    <a:pt x="895" y="851"/>
                  </a:cubicBezTo>
                  <a:cubicBezTo>
                    <a:pt x="892" y="856"/>
                    <a:pt x="885" y="858"/>
                    <a:pt x="880" y="855"/>
                  </a:cubicBezTo>
                  <a:cubicBezTo>
                    <a:pt x="865" y="846"/>
                    <a:pt x="865" y="846"/>
                    <a:pt x="865" y="846"/>
                  </a:cubicBezTo>
                  <a:cubicBezTo>
                    <a:pt x="860" y="851"/>
                    <a:pt x="855" y="855"/>
                    <a:pt x="849" y="859"/>
                  </a:cubicBezTo>
                  <a:cubicBezTo>
                    <a:pt x="853" y="875"/>
                    <a:pt x="853" y="875"/>
                    <a:pt x="853" y="875"/>
                  </a:cubicBezTo>
                  <a:cubicBezTo>
                    <a:pt x="855" y="881"/>
                    <a:pt x="851" y="887"/>
                    <a:pt x="845" y="889"/>
                  </a:cubicBezTo>
                  <a:cubicBezTo>
                    <a:pt x="811" y="898"/>
                    <a:pt x="811" y="898"/>
                    <a:pt x="811" y="898"/>
                  </a:cubicBezTo>
                  <a:cubicBezTo>
                    <a:pt x="805" y="899"/>
                    <a:pt x="799" y="896"/>
                    <a:pt x="798" y="890"/>
                  </a:cubicBezTo>
                  <a:cubicBezTo>
                    <a:pt x="793" y="874"/>
                    <a:pt x="793" y="874"/>
                    <a:pt x="793" y="874"/>
                  </a:cubicBezTo>
                  <a:cubicBezTo>
                    <a:pt x="787" y="873"/>
                    <a:pt x="780" y="873"/>
                    <a:pt x="773" y="871"/>
                  </a:cubicBezTo>
                  <a:cubicBezTo>
                    <a:pt x="765" y="886"/>
                    <a:pt x="765" y="886"/>
                    <a:pt x="765" y="886"/>
                  </a:cubicBezTo>
                  <a:cubicBezTo>
                    <a:pt x="762" y="891"/>
                    <a:pt x="755" y="893"/>
                    <a:pt x="750" y="890"/>
                  </a:cubicBezTo>
                  <a:cubicBezTo>
                    <a:pt x="719" y="872"/>
                    <a:pt x="719" y="872"/>
                    <a:pt x="719" y="872"/>
                  </a:cubicBezTo>
                  <a:cubicBezTo>
                    <a:pt x="714" y="869"/>
                    <a:pt x="712" y="862"/>
                    <a:pt x="715" y="857"/>
                  </a:cubicBezTo>
                  <a:cubicBezTo>
                    <a:pt x="723" y="842"/>
                    <a:pt x="723" y="842"/>
                    <a:pt x="723" y="842"/>
                  </a:cubicBezTo>
                  <a:cubicBezTo>
                    <a:pt x="719" y="837"/>
                    <a:pt x="715" y="832"/>
                    <a:pt x="711" y="826"/>
                  </a:cubicBezTo>
                  <a:cubicBezTo>
                    <a:pt x="695" y="830"/>
                    <a:pt x="695" y="830"/>
                    <a:pt x="695" y="830"/>
                  </a:cubicBezTo>
                  <a:cubicBezTo>
                    <a:pt x="689" y="832"/>
                    <a:pt x="683" y="828"/>
                    <a:pt x="681" y="823"/>
                  </a:cubicBezTo>
                  <a:cubicBezTo>
                    <a:pt x="672" y="788"/>
                    <a:pt x="672" y="788"/>
                    <a:pt x="672" y="788"/>
                  </a:cubicBezTo>
                  <a:cubicBezTo>
                    <a:pt x="670" y="783"/>
                    <a:pt x="674" y="777"/>
                    <a:pt x="680" y="775"/>
                  </a:cubicBezTo>
                  <a:cubicBezTo>
                    <a:pt x="696" y="771"/>
                    <a:pt x="696" y="771"/>
                    <a:pt x="696" y="771"/>
                  </a:cubicBezTo>
                  <a:cubicBezTo>
                    <a:pt x="696" y="764"/>
                    <a:pt x="697" y="757"/>
                    <a:pt x="699" y="750"/>
                  </a:cubicBezTo>
                  <a:cubicBezTo>
                    <a:pt x="684" y="742"/>
                    <a:pt x="684" y="742"/>
                    <a:pt x="684" y="742"/>
                  </a:cubicBezTo>
                  <a:cubicBezTo>
                    <a:pt x="679" y="739"/>
                    <a:pt x="677" y="732"/>
                    <a:pt x="680" y="727"/>
                  </a:cubicBezTo>
                  <a:cubicBezTo>
                    <a:pt x="698" y="696"/>
                    <a:pt x="698" y="696"/>
                    <a:pt x="698" y="696"/>
                  </a:cubicBezTo>
                  <a:cubicBezTo>
                    <a:pt x="701" y="691"/>
                    <a:pt x="708" y="689"/>
                    <a:pt x="713" y="692"/>
                  </a:cubicBezTo>
                  <a:cubicBezTo>
                    <a:pt x="727" y="701"/>
                    <a:pt x="727" y="701"/>
                    <a:pt x="727" y="701"/>
                  </a:cubicBezTo>
                  <a:cubicBezTo>
                    <a:pt x="732" y="696"/>
                    <a:pt x="738" y="692"/>
                    <a:pt x="744" y="688"/>
                  </a:cubicBezTo>
                  <a:cubicBezTo>
                    <a:pt x="739" y="672"/>
                    <a:pt x="739" y="672"/>
                    <a:pt x="739" y="672"/>
                  </a:cubicBezTo>
                  <a:cubicBezTo>
                    <a:pt x="738" y="666"/>
                    <a:pt x="741" y="660"/>
                    <a:pt x="747" y="658"/>
                  </a:cubicBezTo>
                  <a:cubicBezTo>
                    <a:pt x="781" y="649"/>
                    <a:pt x="781" y="649"/>
                    <a:pt x="781" y="649"/>
                  </a:cubicBezTo>
                  <a:cubicBezTo>
                    <a:pt x="787" y="648"/>
                    <a:pt x="793" y="651"/>
                    <a:pt x="795" y="657"/>
                  </a:cubicBezTo>
                  <a:cubicBezTo>
                    <a:pt x="799" y="673"/>
                    <a:pt x="799" y="673"/>
                    <a:pt x="799" y="673"/>
                  </a:cubicBezTo>
                  <a:cubicBezTo>
                    <a:pt x="806" y="673"/>
                    <a:pt x="813" y="674"/>
                    <a:pt x="819" y="676"/>
                  </a:cubicBezTo>
                  <a:cubicBezTo>
                    <a:pt x="828" y="661"/>
                    <a:pt x="828" y="661"/>
                    <a:pt x="828" y="661"/>
                  </a:cubicBezTo>
                  <a:cubicBezTo>
                    <a:pt x="831" y="656"/>
                    <a:pt x="838" y="654"/>
                    <a:pt x="843" y="657"/>
                  </a:cubicBezTo>
                  <a:cubicBezTo>
                    <a:pt x="874" y="675"/>
                    <a:pt x="874" y="675"/>
                    <a:pt x="874" y="675"/>
                  </a:cubicBezTo>
                  <a:cubicBezTo>
                    <a:pt x="879" y="678"/>
                    <a:pt x="881" y="685"/>
                    <a:pt x="878" y="690"/>
                  </a:cubicBezTo>
                  <a:cubicBezTo>
                    <a:pt x="869" y="705"/>
                    <a:pt x="869" y="705"/>
                    <a:pt x="869" y="705"/>
                  </a:cubicBezTo>
                  <a:cubicBezTo>
                    <a:pt x="874" y="710"/>
                    <a:pt x="878" y="715"/>
                    <a:pt x="882" y="721"/>
                  </a:cubicBezTo>
                  <a:cubicBezTo>
                    <a:pt x="898" y="716"/>
                    <a:pt x="898" y="716"/>
                    <a:pt x="898" y="716"/>
                  </a:cubicBezTo>
                  <a:cubicBezTo>
                    <a:pt x="904" y="715"/>
                    <a:pt x="910" y="718"/>
                    <a:pt x="911" y="724"/>
                  </a:cubicBezTo>
                  <a:cubicBezTo>
                    <a:pt x="921" y="758"/>
                    <a:pt x="921" y="758"/>
                    <a:pt x="921" y="758"/>
                  </a:cubicBezTo>
                  <a:cubicBezTo>
                    <a:pt x="922" y="764"/>
                    <a:pt x="919" y="770"/>
                    <a:pt x="913" y="772"/>
                  </a:cubicBezTo>
                  <a:close/>
                  <a:moveTo>
                    <a:pt x="1153" y="523"/>
                  </a:moveTo>
                  <a:cubicBezTo>
                    <a:pt x="1131" y="529"/>
                    <a:pt x="1131" y="529"/>
                    <a:pt x="1131" y="529"/>
                  </a:cubicBezTo>
                  <a:cubicBezTo>
                    <a:pt x="1131" y="538"/>
                    <a:pt x="1130" y="547"/>
                    <a:pt x="1128" y="556"/>
                  </a:cubicBezTo>
                  <a:cubicBezTo>
                    <a:pt x="1147" y="567"/>
                    <a:pt x="1147" y="567"/>
                    <a:pt x="1147" y="567"/>
                  </a:cubicBezTo>
                  <a:cubicBezTo>
                    <a:pt x="1154" y="571"/>
                    <a:pt x="1157" y="580"/>
                    <a:pt x="1153" y="587"/>
                  </a:cubicBezTo>
                  <a:cubicBezTo>
                    <a:pt x="1129" y="627"/>
                    <a:pt x="1129" y="627"/>
                    <a:pt x="1129" y="627"/>
                  </a:cubicBezTo>
                  <a:cubicBezTo>
                    <a:pt x="1125" y="634"/>
                    <a:pt x="1116" y="637"/>
                    <a:pt x="1109" y="633"/>
                  </a:cubicBezTo>
                  <a:cubicBezTo>
                    <a:pt x="1090" y="621"/>
                    <a:pt x="1090" y="621"/>
                    <a:pt x="1090" y="621"/>
                  </a:cubicBezTo>
                  <a:cubicBezTo>
                    <a:pt x="1083" y="628"/>
                    <a:pt x="1076" y="633"/>
                    <a:pt x="1068" y="638"/>
                  </a:cubicBezTo>
                  <a:cubicBezTo>
                    <a:pt x="1074" y="660"/>
                    <a:pt x="1074" y="660"/>
                    <a:pt x="1074" y="660"/>
                  </a:cubicBezTo>
                  <a:cubicBezTo>
                    <a:pt x="1076" y="667"/>
                    <a:pt x="1072" y="675"/>
                    <a:pt x="1064" y="677"/>
                  </a:cubicBezTo>
                  <a:cubicBezTo>
                    <a:pt x="1019" y="690"/>
                    <a:pt x="1019" y="690"/>
                    <a:pt x="1019" y="690"/>
                  </a:cubicBezTo>
                  <a:cubicBezTo>
                    <a:pt x="1011" y="692"/>
                    <a:pt x="1003" y="687"/>
                    <a:pt x="1001" y="679"/>
                  </a:cubicBezTo>
                  <a:cubicBezTo>
                    <a:pt x="995" y="658"/>
                    <a:pt x="995" y="658"/>
                    <a:pt x="995" y="658"/>
                  </a:cubicBezTo>
                  <a:cubicBezTo>
                    <a:pt x="986" y="657"/>
                    <a:pt x="977" y="656"/>
                    <a:pt x="968" y="654"/>
                  </a:cubicBezTo>
                  <a:cubicBezTo>
                    <a:pt x="957" y="674"/>
                    <a:pt x="957" y="674"/>
                    <a:pt x="957" y="674"/>
                  </a:cubicBezTo>
                  <a:cubicBezTo>
                    <a:pt x="953" y="680"/>
                    <a:pt x="944" y="683"/>
                    <a:pt x="937" y="679"/>
                  </a:cubicBezTo>
                  <a:cubicBezTo>
                    <a:pt x="896" y="655"/>
                    <a:pt x="896" y="655"/>
                    <a:pt x="896" y="655"/>
                  </a:cubicBezTo>
                  <a:cubicBezTo>
                    <a:pt x="889" y="651"/>
                    <a:pt x="887" y="643"/>
                    <a:pt x="891" y="636"/>
                  </a:cubicBezTo>
                  <a:cubicBezTo>
                    <a:pt x="902" y="616"/>
                    <a:pt x="902" y="616"/>
                    <a:pt x="902" y="616"/>
                  </a:cubicBezTo>
                  <a:cubicBezTo>
                    <a:pt x="896" y="610"/>
                    <a:pt x="890" y="602"/>
                    <a:pt x="886" y="595"/>
                  </a:cubicBezTo>
                  <a:cubicBezTo>
                    <a:pt x="864" y="600"/>
                    <a:pt x="864" y="600"/>
                    <a:pt x="864" y="600"/>
                  </a:cubicBezTo>
                  <a:cubicBezTo>
                    <a:pt x="856" y="602"/>
                    <a:pt x="848" y="598"/>
                    <a:pt x="846" y="590"/>
                  </a:cubicBezTo>
                  <a:cubicBezTo>
                    <a:pt x="834" y="545"/>
                    <a:pt x="834" y="545"/>
                    <a:pt x="834" y="545"/>
                  </a:cubicBezTo>
                  <a:cubicBezTo>
                    <a:pt x="832" y="537"/>
                    <a:pt x="837" y="529"/>
                    <a:pt x="844" y="527"/>
                  </a:cubicBezTo>
                  <a:cubicBezTo>
                    <a:pt x="866" y="521"/>
                    <a:pt x="866" y="521"/>
                    <a:pt x="866" y="521"/>
                  </a:cubicBezTo>
                  <a:cubicBezTo>
                    <a:pt x="866" y="512"/>
                    <a:pt x="867" y="503"/>
                    <a:pt x="869" y="494"/>
                  </a:cubicBezTo>
                  <a:cubicBezTo>
                    <a:pt x="850" y="483"/>
                    <a:pt x="850" y="483"/>
                    <a:pt x="850" y="483"/>
                  </a:cubicBezTo>
                  <a:cubicBezTo>
                    <a:pt x="843" y="479"/>
                    <a:pt x="841" y="470"/>
                    <a:pt x="845" y="463"/>
                  </a:cubicBezTo>
                  <a:cubicBezTo>
                    <a:pt x="868" y="423"/>
                    <a:pt x="868" y="423"/>
                    <a:pt x="868" y="423"/>
                  </a:cubicBezTo>
                  <a:cubicBezTo>
                    <a:pt x="872" y="416"/>
                    <a:pt x="881" y="413"/>
                    <a:pt x="888" y="417"/>
                  </a:cubicBezTo>
                  <a:cubicBezTo>
                    <a:pt x="907" y="428"/>
                    <a:pt x="907" y="428"/>
                    <a:pt x="907" y="428"/>
                  </a:cubicBezTo>
                  <a:cubicBezTo>
                    <a:pt x="914" y="422"/>
                    <a:pt x="921" y="417"/>
                    <a:pt x="929" y="412"/>
                  </a:cubicBezTo>
                  <a:cubicBezTo>
                    <a:pt x="923" y="390"/>
                    <a:pt x="923" y="390"/>
                    <a:pt x="923" y="390"/>
                  </a:cubicBezTo>
                  <a:cubicBezTo>
                    <a:pt x="921" y="383"/>
                    <a:pt x="926" y="375"/>
                    <a:pt x="933" y="372"/>
                  </a:cubicBezTo>
                  <a:cubicBezTo>
                    <a:pt x="979" y="360"/>
                    <a:pt x="979" y="360"/>
                    <a:pt x="979" y="360"/>
                  </a:cubicBezTo>
                  <a:cubicBezTo>
                    <a:pt x="987" y="358"/>
                    <a:pt x="994" y="363"/>
                    <a:pt x="997" y="371"/>
                  </a:cubicBezTo>
                  <a:cubicBezTo>
                    <a:pt x="1002" y="392"/>
                    <a:pt x="1002" y="392"/>
                    <a:pt x="1002" y="392"/>
                  </a:cubicBezTo>
                  <a:cubicBezTo>
                    <a:pt x="1011" y="392"/>
                    <a:pt x="1020" y="394"/>
                    <a:pt x="1029" y="396"/>
                  </a:cubicBezTo>
                  <a:cubicBezTo>
                    <a:pt x="1041" y="376"/>
                    <a:pt x="1041" y="376"/>
                    <a:pt x="1041" y="376"/>
                  </a:cubicBezTo>
                  <a:cubicBezTo>
                    <a:pt x="1045" y="369"/>
                    <a:pt x="1053" y="367"/>
                    <a:pt x="1060" y="371"/>
                  </a:cubicBezTo>
                  <a:cubicBezTo>
                    <a:pt x="1101" y="394"/>
                    <a:pt x="1101" y="394"/>
                    <a:pt x="1101" y="394"/>
                  </a:cubicBezTo>
                  <a:cubicBezTo>
                    <a:pt x="1108" y="398"/>
                    <a:pt x="1110" y="407"/>
                    <a:pt x="1106" y="414"/>
                  </a:cubicBezTo>
                  <a:cubicBezTo>
                    <a:pt x="1095" y="434"/>
                    <a:pt x="1095" y="434"/>
                    <a:pt x="1095" y="434"/>
                  </a:cubicBezTo>
                  <a:cubicBezTo>
                    <a:pt x="1101" y="440"/>
                    <a:pt x="1107" y="448"/>
                    <a:pt x="1112" y="455"/>
                  </a:cubicBezTo>
                  <a:cubicBezTo>
                    <a:pt x="1133" y="450"/>
                    <a:pt x="1133" y="450"/>
                    <a:pt x="1133" y="450"/>
                  </a:cubicBezTo>
                  <a:cubicBezTo>
                    <a:pt x="1141" y="447"/>
                    <a:pt x="1149" y="452"/>
                    <a:pt x="1151" y="460"/>
                  </a:cubicBezTo>
                  <a:cubicBezTo>
                    <a:pt x="1163" y="505"/>
                    <a:pt x="1163" y="505"/>
                    <a:pt x="1163" y="505"/>
                  </a:cubicBezTo>
                  <a:cubicBezTo>
                    <a:pt x="1165" y="513"/>
                    <a:pt x="1161" y="521"/>
                    <a:pt x="1153" y="523"/>
                  </a:cubicBezTo>
                  <a:close/>
                </a:path>
              </a:pathLst>
            </a:custGeom>
            <a:solidFill>
              <a:srgbClr val="002060"/>
            </a:solidFill>
            <a:ln>
              <a:solidFill>
                <a:schemeClr val="accent5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4979321" y="6505859"/>
            <a:ext cx="2886892" cy="449822"/>
          </a:xfrm>
          <a:prstGeom prst="rect">
            <a:avLst/>
          </a:prstGeom>
        </p:spPr>
        <p:txBody>
          <a:bodyPr vert="horz" wrap="none" lIns="9000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④</a:t>
            </a:r>
            <a:r>
              <a:rPr kumimoji="0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Prediction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7666555" y="4987257"/>
            <a:ext cx="1459885" cy="1360973"/>
            <a:chOff x="4869565" y="2702231"/>
            <a:chExt cx="1678906" cy="1678906"/>
          </a:xfrm>
        </p:grpSpPr>
        <p:sp>
          <p:nvSpPr>
            <p:cNvPr id="54" name="Oval 53"/>
            <p:cNvSpPr/>
            <p:nvPr/>
          </p:nvSpPr>
          <p:spPr>
            <a:xfrm>
              <a:off x="4869565" y="2702231"/>
              <a:ext cx="1678906" cy="1678906"/>
            </a:xfrm>
            <a:prstGeom prst="ellipse">
              <a:avLst/>
            </a:prstGeom>
            <a:solidFill>
              <a:srgbClr val="07326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4928414" y="2758192"/>
              <a:ext cx="1566980" cy="156698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sp>
        <p:nvSpPr>
          <p:cNvPr id="59" name="Freeform 14"/>
          <p:cNvSpPr>
            <a:spLocks noEditPoints="1"/>
          </p:cNvSpPr>
          <p:nvPr/>
        </p:nvSpPr>
        <p:spPr bwMode="auto">
          <a:xfrm>
            <a:off x="5766153" y="3316195"/>
            <a:ext cx="792817" cy="730794"/>
          </a:xfrm>
          <a:custGeom>
            <a:avLst/>
            <a:gdLst>
              <a:gd name="T0" fmla="*/ 256 w 273"/>
              <a:gd name="T1" fmla="*/ 0 h 252"/>
              <a:gd name="T2" fmla="*/ 273 w 273"/>
              <a:gd name="T3" fmla="*/ 168 h 252"/>
              <a:gd name="T4" fmla="*/ 245 w 273"/>
              <a:gd name="T5" fmla="*/ 185 h 252"/>
              <a:gd name="T6" fmla="*/ 252 w 273"/>
              <a:gd name="T7" fmla="*/ 167 h 252"/>
              <a:gd name="T8" fmla="*/ 22 w 273"/>
              <a:gd name="T9" fmla="*/ 16 h 252"/>
              <a:gd name="T10" fmla="*/ 105 w 273"/>
              <a:gd name="T11" fmla="*/ 167 h 252"/>
              <a:gd name="T12" fmla="*/ 119 w 273"/>
              <a:gd name="T13" fmla="*/ 185 h 252"/>
              <a:gd name="T14" fmla="*/ 0 w 273"/>
              <a:gd name="T15" fmla="*/ 168 h 252"/>
              <a:gd name="T16" fmla="*/ 17 w 273"/>
              <a:gd name="T17" fmla="*/ 0 h 252"/>
              <a:gd name="T18" fmla="*/ 187 w 273"/>
              <a:gd name="T19" fmla="*/ 104 h 252"/>
              <a:gd name="T20" fmla="*/ 240 w 273"/>
              <a:gd name="T21" fmla="*/ 100 h 252"/>
              <a:gd name="T22" fmla="*/ 187 w 273"/>
              <a:gd name="T23" fmla="*/ 84 h 252"/>
              <a:gd name="T24" fmla="*/ 240 w 273"/>
              <a:gd name="T25" fmla="*/ 88 h 252"/>
              <a:gd name="T26" fmla="*/ 187 w 273"/>
              <a:gd name="T27" fmla="*/ 84 h 252"/>
              <a:gd name="T28" fmla="*/ 215 w 273"/>
              <a:gd name="T29" fmla="*/ 68 h 252"/>
              <a:gd name="T30" fmla="*/ 240 w 273"/>
              <a:gd name="T31" fmla="*/ 64 h 252"/>
              <a:gd name="T32" fmla="*/ 215 w 273"/>
              <a:gd name="T33" fmla="*/ 49 h 252"/>
              <a:gd name="T34" fmla="*/ 240 w 273"/>
              <a:gd name="T35" fmla="*/ 54 h 252"/>
              <a:gd name="T36" fmla="*/ 215 w 273"/>
              <a:gd name="T37" fmla="*/ 49 h 252"/>
              <a:gd name="T38" fmla="*/ 215 w 273"/>
              <a:gd name="T39" fmla="*/ 39 h 252"/>
              <a:gd name="T40" fmla="*/ 240 w 273"/>
              <a:gd name="T41" fmla="*/ 35 h 252"/>
              <a:gd name="T42" fmla="*/ 158 w 273"/>
              <a:gd name="T43" fmla="*/ 35 h 252"/>
              <a:gd name="T44" fmla="*/ 206 w 273"/>
              <a:gd name="T45" fmla="*/ 74 h 252"/>
              <a:gd name="T46" fmla="*/ 158 w 273"/>
              <a:gd name="T47" fmla="*/ 35 h 252"/>
              <a:gd name="T48" fmla="*/ 80 w 273"/>
              <a:gd name="T49" fmla="*/ 123 h 252"/>
              <a:gd name="T50" fmla="*/ 67 w 273"/>
              <a:gd name="T51" fmla="*/ 86 h 252"/>
              <a:gd name="T52" fmla="*/ 37 w 273"/>
              <a:gd name="T53" fmla="*/ 84 h 252"/>
              <a:gd name="T54" fmla="*/ 69 w 273"/>
              <a:gd name="T55" fmla="*/ 74 h 252"/>
              <a:gd name="T56" fmla="*/ 91 w 273"/>
              <a:gd name="T57" fmla="*/ 83 h 252"/>
              <a:gd name="T58" fmla="*/ 93 w 273"/>
              <a:gd name="T59" fmla="*/ 84 h 252"/>
              <a:gd name="T60" fmla="*/ 111 w 273"/>
              <a:gd name="T61" fmla="*/ 90 h 252"/>
              <a:gd name="T62" fmla="*/ 116 w 273"/>
              <a:gd name="T63" fmla="*/ 60 h 252"/>
              <a:gd name="T64" fmla="*/ 126 w 273"/>
              <a:gd name="T65" fmla="*/ 66 h 252"/>
              <a:gd name="T66" fmla="*/ 145 w 273"/>
              <a:gd name="T67" fmla="*/ 48 h 252"/>
              <a:gd name="T68" fmla="*/ 120 w 273"/>
              <a:gd name="T69" fmla="*/ 41 h 252"/>
              <a:gd name="T70" fmla="*/ 109 w 273"/>
              <a:gd name="T71" fmla="*/ 52 h 252"/>
              <a:gd name="T72" fmla="*/ 107 w 273"/>
              <a:gd name="T73" fmla="*/ 56 h 252"/>
              <a:gd name="T74" fmla="*/ 97 w 273"/>
              <a:gd name="T75" fmla="*/ 75 h 252"/>
              <a:gd name="T76" fmla="*/ 89 w 273"/>
              <a:gd name="T77" fmla="*/ 66 h 252"/>
              <a:gd name="T78" fmla="*/ 68 w 273"/>
              <a:gd name="T79" fmla="*/ 63 h 252"/>
              <a:gd name="T80" fmla="*/ 48 w 273"/>
              <a:gd name="T81" fmla="*/ 123 h 252"/>
              <a:gd name="T82" fmla="*/ 61 w 273"/>
              <a:gd name="T83" fmla="*/ 95 h 252"/>
              <a:gd name="T84" fmla="*/ 48 w 273"/>
              <a:gd name="T85" fmla="*/ 123 h 252"/>
              <a:gd name="T86" fmla="*/ 137 w 273"/>
              <a:gd name="T87" fmla="*/ 123 h 252"/>
              <a:gd name="T88" fmla="*/ 124 w 273"/>
              <a:gd name="T89" fmla="*/ 69 h 252"/>
              <a:gd name="T90" fmla="*/ 105 w 273"/>
              <a:gd name="T91" fmla="*/ 123 h 252"/>
              <a:gd name="T92" fmla="*/ 118 w 273"/>
              <a:gd name="T93" fmla="*/ 99 h 252"/>
              <a:gd name="T94" fmla="*/ 105 w 273"/>
              <a:gd name="T95" fmla="*/ 123 h 252"/>
              <a:gd name="T96" fmla="*/ 98 w 273"/>
              <a:gd name="T97" fmla="*/ 123 h 252"/>
              <a:gd name="T98" fmla="*/ 86 w 273"/>
              <a:gd name="T99" fmla="*/ 93 h 252"/>
              <a:gd name="T100" fmla="*/ 179 w 273"/>
              <a:gd name="T101" fmla="*/ 145 h 252"/>
              <a:gd name="T102" fmla="*/ 159 w 273"/>
              <a:gd name="T103" fmla="*/ 89 h 252"/>
              <a:gd name="T104" fmla="*/ 133 w 273"/>
              <a:gd name="T105" fmla="*/ 154 h 252"/>
              <a:gd name="T106" fmla="*/ 144 w 273"/>
              <a:gd name="T107" fmla="*/ 200 h 252"/>
              <a:gd name="T108" fmla="*/ 158 w 273"/>
              <a:gd name="T109" fmla="*/ 252 h 252"/>
              <a:gd name="T110" fmla="*/ 220 w 273"/>
              <a:gd name="T111" fmla="*/ 237 h 252"/>
              <a:gd name="T112" fmla="*/ 213 w 273"/>
              <a:gd name="T113" fmla="*/ 142 h 252"/>
              <a:gd name="T114" fmla="*/ 209 w 273"/>
              <a:gd name="T115" fmla="*/ 133 h 252"/>
              <a:gd name="T116" fmla="*/ 194 w 273"/>
              <a:gd name="T117" fmla="*/ 136 h 252"/>
              <a:gd name="T118" fmla="*/ 180 w 273"/>
              <a:gd name="T119" fmla="*/ 124 h 252"/>
              <a:gd name="T120" fmla="*/ 7 w 273"/>
              <a:gd name="T121" fmla="*/ 66 h 252"/>
              <a:gd name="T122" fmla="*/ 15 w 273"/>
              <a:gd name="T123" fmla="*/ 114 h 252"/>
              <a:gd name="T124" fmla="*/ 7 w 273"/>
              <a:gd name="T125" fmla="*/ 66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3" h="252">
                <a:moveTo>
                  <a:pt x="17" y="0"/>
                </a:moveTo>
                <a:cubicBezTo>
                  <a:pt x="256" y="0"/>
                  <a:pt x="256" y="0"/>
                  <a:pt x="256" y="0"/>
                </a:cubicBezTo>
                <a:cubicBezTo>
                  <a:pt x="265" y="0"/>
                  <a:pt x="273" y="8"/>
                  <a:pt x="273" y="17"/>
                </a:cubicBezTo>
                <a:cubicBezTo>
                  <a:pt x="273" y="168"/>
                  <a:pt x="273" y="168"/>
                  <a:pt x="273" y="168"/>
                </a:cubicBezTo>
                <a:cubicBezTo>
                  <a:pt x="273" y="177"/>
                  <a:pt x="265" y="185"/>
                  <a:pt x="256" y="185"/>
                </a:cubicBezTo>
                <a:cubicBezTo>
                  <a:pt x="245" y="185"/>
                  <a:pt x="245" y="185"/>
                  <a:pt x="245" y="185"/>
                </a:cubicBezTo>
                <a:cubicBezTo>
                  <a:pt x="245" y="179"/>
                  <a:pt x="246" y="173"/>
                  <a:pt x="246" y="167"/>
                </a:cubicBezTo>
                <a:cubicBezTo>
                  <a:pt x="252" y="167"/>
                  <a:pt x="252" y="167"/>
                  <a:pt x="252" y="167"/>
                </a:cubicBezTo>
                <a:cubicBezTo>
                  <a:pt x="252" y="16"/>
                  <a:pt x="252" y="16"/>
                  <a:pt x="252" y="16"/>
                </a:cubicBezTo>
                <a:cubicBezTo>
                  <a:pt x="22" y="16"/>
                  <a:pt x="22" y="16"/>
                  <a:pt x="22" y="16"/>
                </a:cubicBezTo>
                <a:cubicBezTo>
                  <a:pt x="22" y="167"/>
                  <a:pt x="22" y="167"/>
                  <a:pt x="22" y="167"/>
                </a:cubicBezTo>
                <a:cubicBezTo>
                  <a:pt x="105" y="167"/>
                  <a:pt x="105" y="167"/>
                  <a:pt x="105" y="167"/>
                </a:cubicBezTo>
                <a:cubicBezTo>
                  <a:pt x="111" y="174"/>
                  <a:pt x="111" y="174"/>
                  <a:pt x="111" y="174"/>
                </a:cubicBezTo>
                <a:cubicBezTo>
                  <a:pt x="114" y="177"/>
                  <a:pt x="117" y="181"/>
                  <a:pt x="119" y="185"/>
                </a:cubicBezTo>
                <a:cubicBezTo>
                  <a:pt x="17" y="185"/>
                  <a:pt x="17" y="185"/>
                  <a:pt x="17" y="185"/>
                </a:cubicBezTo>
                <a:cubicBezTo>
                  <a:pt x="8" y="185"/>
                  <a:pt x="0" y="177"/>
                  <a:pt x="0" y="168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8"/>
                  <a:pt x="8" y="0"/>
                  <a:pt x="17" y="0"/>
                </a:cubicBezTo>
                <a:close/>
                <a:moveTo>
                  <a:pt x="187" y="100"/>
                </a:moveTo>
                <a:cubicBezTo>
                  <a:pt x="187" y="104"/>
                  <a:pt x="187" y="104"/>
                  <a:pt x="187" y="104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0"/>
                  <a:pt x="240" y="100"/>
                  <a:pt x="240" y="100"/>
                </a:cubicBezTo>
                <a:cubicBezTo>
                  <a:pt x="187" y="100"/>
                  <a:pt x="187" y="100"/>
                  <a:pt x="187" y="100"/>
                </a:cubicBezTo>
                <a:close/>
                <a:moveTo>
                  <a:pt x="187" y="84"/>
                </a:moveTo>
                <a:cubicBezTo>
                  <a:pt x="187" y="88"/>
                  <a:pt x="187" y="88"/>
                  <a:pt x="187" y="88"/>
                </a:cubicBezTo>
                <a:cubicBezTo>
                  <a:pt x="240" y="88"/>
                  <a:pt x="240" y="88"/>
                  <a:pt x="240" y="88"/>
                </a:cubicBezTo>
                <a:cubicBezTo>
                  <a:pt x="240" y="84"/>
                  <a:pt x="240" y="84"/>
                  <a:pt x="240" y="84"/>
                </a:cubicBezTo>
                <a:cubicBezTo>
                  <a:pt x="187" y="84"/>
                  <a:pt x="187" y="84"/>
                  <a:pt x="187" y="84"/>
                </a:cubicBezTo>
                <a:close/>
                <a:moveTo>
                  <a:pt x="215" y="64"/>
                </a:moveTo>
                <a:cubicBezTo>
                  <a:pt x="215" y="68"/>
                  <a:pt x="215" y="68"/>
                  <a:pt x="215" y="68"/>
                </a:cubicBezTo>
                <a:cubicBezTo>
                  <a:pt x="240" y="68"/>
                  <a:pt x="240" y="68"/>
                  <a:pt x="240" y="68"/>
                </a:cubicBezTo>
                <a:cubicBezTo>
                  <a:pt x="240" y="64"/>
                  <a:pt x="240" y="64"/>
                  <a:pt x="240" y="64"/>
                </a:cubicBezTo>
                <a:cubicBezTo>
                  <a:pt x="215" y="64"/>
                  <a:pt x="215" y="64"/>
                  <a:pt x="215" y="64"/>
                </a:cubicBezTo>
                <a:close/>
                <a:moveTo>
                  <a:pt x="215" y="49"/>
                </a:moveTo>
                <a:cubicBezTo>
                  <a:pt x="215" y="54"/>
                  <a:pt x="215" y="54"/>
                  <a:pt x="215" y="54"/>
                </a:cubicBezTo>
                <a:cubicBezTo>
                  <a:pt x="240" y="54"/>
                  <a:pt x="240" y="54"/>
                  <a:pt x="240" y="54"/>
                </a:cubicBezTo>
                <a:cubicBezTo>
                  <a:pt x="240" y="49"/>
                  <a:pt x="240" y="49"/>
                  <a:pt x="240" y="49"/>
                </a:cubicBezTo>
                <a:cubicBezTo>
                  <a:pt x="215" y="49"/>
                  <a:pt x="215" y="49"/>
                  <a:pt x="215" y="49"/>
                </a:cubicBezTo>
                <a:close/>
                <a:moveTo>
                  <a:pt x="215" y="35"/>
                </a:moveTo>
                <a:cubicBezTo>
                  <a:pt x="215" y="39"/>
                  <a:pt x="215" y="39"/>
                  <a:pt x="215" y="39"/>
                </a:cubicBezTo>
                <a:cubicBezTo>
                  <a:pt x="240" y="39"/>
                  <a:pt x="240" y="39"/>
                  <a:pt x="240" y="39"/>
                </a:cubicBezTo>
                <a:cubicBezTo>
                  <a:pt x="240" y="35"/>
                  <a:pt x="240" y="35"/>
                  <a:pt x="240" y="35"/>
                </a:cubicBezTo>
                <a:cubicBezTo>
                  <a:pt x="215" y="35"/>
                  <a:pt x="215" y="35"/>
                  <a:pt x="215" y="35"/>
                </a:cubicBezTo>
                <a:close/>
                <a:moveTo>
                  <a:pt x="158" y="35"/>
                </a:moveTo>
                <a:cubicBezTo>
                  <a:pt x="158" y="74"/>
                  <a:pt x="158" y="74"/>
                  <a:pt x="158" y="74"/>
                </a:cubicBezTo>
                <a:cubicBezTo>
                  <a:pt x="206" y="74"/>
                  <a:pt x="206" y="74"/>
                  <a:pt x="206" y="74"/>
                </a:cubicBezTo>
                <a:cubicBezTo>
                  <a:pt x="206" y="35"/>
                  <a:pt x="206" y="35"/>
                  <a:pt x="206" y="35"/>
                </a:cubicBezTo>
                <a:cubicBezTo>
                  <a:pt x="158" y="35"/>
                  <a:pt x="158" y="35"/>
                  <a:pt x="158" y="35"/>
                </a:cubicBezTo>
                <a:close/>
                <a:moveTo>
                  <a:pt x="67" y="123"/>
                </a:moveTo>
                <a:cubicBezTo>
                  <a:pt x="80" y="123"/>
                  <a:pt x="80" y="123"/>
                  <a:pt x="80" y="123"/>
                </a:cubicBezTo>
                <a:cubicBezTo>
                  <a:pt x="80" y="86"/>
                  <a:pt x="80" y="86"/>
                  <a:pt x="80" y="86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123"/>
                  <a:pt x="67" y="123"/>
                  <a:pt x="67" y="123"/>
                </a:cubicBezTo>
                <a:close/>
                <a:moveTo>
                  <a:pt x="37" y="84"/>
                </a:moveTo>
                <a:cubicBezTo>
                  <a:pt x="43" y="92"/>
                  <a:pt x="43" y="92"/>
                  <a:pt x="43" y="92"/>
                </a:cubicBezTo>
                <a:cubicBezTo>
                  <a:pt x="69" y="74"/>
                  <a:pt x="69" y="74"/>
                  <a:pt x="69" y="74"/>
                </a:cubicBezTo>
                <a:cubicBezTo>
                  <a:pt x="83" y="74"/>
                  <a:pt x="83" y="74"/>
                  <a:pt x="83" y="74"/>
                </a:cubicBezTo>
                <a:cubicBezTo>
                  <a:pt x="91" y="83"/>
                  <a:pt x="91" y="83"/>
                  <a:pt x="91" y="83"/>
                </a:cubicBezTo>
                <a:cubicBezTo>
                  <a:pt x="92" y="84"/>
                  <a:pt x="92" y="84"/>
                  <a:pt x="92" y="84"/>
                </a:cubicBezTo>
                <a:cubicBezTo>
                  <a:pt x="93" y="84"/>
                  <a:pt x="93" y="84"/>
                  <a:pt x="93" y="84"/>
                </a:cubicBezTo>
                <a:cubicBezTo>
                  <a:pt x="105" y="88"/>
                  <a:pt x="105" y="88"/>
                  <a:pt x="105" y="88"/>
                </a:cubicBezTo>
                <a:cubicBezTo>
                  <a:pt x="111" y="90"/>
                  <a:pt x="111" y="90"/>
                  <a:pt x="111" y="90"/>
                </a:cubicBezTo>
                <a:cubicBezTo>
                  <a:pt x="112" y="84"/>
                  <a:pt x="112" y="84"/>
                  <a:pt x="112" y="84"/>
                </a:cubicBezTo>
                <a:cubicBezTo>
                  <a:pt x="116" y="60"/>
                  <a:pt x="116" y="60"/>
                  <a:pt x="116" y="60"/>
                </a:cubicBezTo>
                <a:cubicBezTo>
                  <a:pt x="124" y="58"/>
                  <a:pt x="124" y="58"/>
                  <a:pt x="124" y="58"/>
                </a:cubicBezTo>
                <a:cubicBezTo>
                  <a:pt x="126" y="66"/>
                  <a:pt x="126" y="66"/>
                  <a:pt x="126" y="66"/>
                </a:cubicBezTo>
                <a:cubicBezTo>
                  <a:pt x="135" y="57"/>
                  <a:pt x="135" y="57"/>
                  <a:pt x="135" y="57"/>
                </a:cubicBezTo>
                <a:cubicBezTo>
                  <a:pt x="145" y="48"/>
                  <a:pt x="145" y="48"/>
                  <a:pt x="145" y="48"/>
                </a:cubicBezTo>
                <a:cubicBezTo>
                  <a:pt x="132" y="45"/>
                  <a:pt x="132" y="45"/>
                  <a:pt x="132" y="45"/>
                </a:cubicBezTo>
                <a:cubicBezTo>
                  <a:pt x="120" y="41"/>
                  <a:pt x="120" y="41"/>
                  <a:pt x="120" y="41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09" y="52"/>
                  <a:pt x="109" y="52"/>
                  <a:pt x="109" y="52"/>
                </a:cubicBezTo>
                <a:cubicBezTo>
                  <a:pt x="107" y="54"/>
                  <a:pt x="107" y="54"/>
                  <a:pt x="107" y="54"/>
                </a:cubicBezTo>
                <a:cubicBezTo>
                  <a:pt x="107" y="56"/>
                  <a:pt x="107" y="56"/>
                  <a:pt x="107" y="56"/>
                </a:cubicBezTo>
                <a:cubicBezTo>
                  <a:pt x="103" y="77"/>
                  <a:pt x="103" y="77"/>
                  <a:pt x="103" y="77"/>
                </a:cubicBezTo>
                <a:cubicBezTo>
                  <a:pt x="97" y="75"/>
                  <a:pt x="97" y="75"/>
                  <a:pt x="97" y="75"/>
                </a:cubicBezTo>
                <a:cubicBezTo>
                  <a:pt x="89" y="67"/>
                  <a:pt x="89" y="67"/>
                  <a:pt x="89" y="67"/>
                </a:cubicBezTo>
                <a:cubicBezTo>
                  <a:pt x="89" y="66"/>
                  <a:pt x="89" y="66"/>
                  <a:pt x="89" y="66"/>
                </a:cubicBezTo>
                <a:cubicBezTo>
                  <a:pt x="87" y="65"/>
                  <a:pt x="87" y="65"/>
                  <a:pt x="87" y="65"/>
                </a:cubicBezTo>
                <a:cubicBezTo>
                  <a:pt x="68" y="63"/>
                  <a:pt x="68" y="63"/>
                  <a:pt x="68" y="63"/>
                </a:cubicBezTo>
                <a:cubicBezTo>
                  <a:pt x="37" y="84"/>
                  <a:pt x="37" y="84"/>
                  <a:pt x="37" y="84"/>
                </a:cubicBezTo>
                <a:close/>
                <a:moveTo>
                  <a:pt x="48" y="123"/>
                </a:moveTo>
                <a:cubicBezTo>
                  <a:pt x="61" y="123"/>
                  <a:pt x="61" y="123"/>
                  <a:pt x="61" y="123"/>
                </a:cubicBezTo>
                <a:cubicBezTo>
                  <a:pt x="61" y="95"/>
                  <a:pt x="61" y="95"/>
                  <a:pt x="61" y="95"/>
                </a:cubicBezTo>
                <a:cubicBezTo>
                  <a:pt x="48" y="95"/>
                  <a:pt x="48" y="95"/>
                  <a:pt x="48" y="95"/>
                </a:cubicBezTo>
                <a:cubicBezTo>
                  <a:pt x="48" y="123"/>
                  <a:pt x="48" y="123"/>
                  <a:pt x="48" y="123"/>
                </a:cubicBezTo>
                <a:close/>
                <a:moveTo>
                  <a:pt x="124" y="123"/>
                </a:moveTo>
                <a:cubicBezTo>
                  <a:pt x="137" y="123"/>
                  <a:pt x="137" y="123"/>
                  <a:pt x="137" y="123"/>
                </a:cubicBezTo>
                <a:cubicBezTo>
                  <a:pt x="137" y="69"/>
                  <a:pt x="137" y="69"/>
                  <a:pt x="137" y="69"/>
                </a:cubicBezTo>
                <a:cubicBezTo>
                  <a:pt x="124" y="69"/>
                  <a:pt x="124" y="69"/>
                  <a:pt x="124" y="69"/>
                </a:cubicBezTo>
                <a:cubicBezTo>
                  <a:pt x="124" y="123"/>
                  <a:pt x="124" y="123"/>
                  <a:pt x="124" y="123"/>
                </a:cubicBezTo>
                <a:close/>
                <a:moveTo>
                  <a:pt x="105" y="123"/>
                </a:moveTo>
                <a:cubicBezTo>
                  <a:pt x="118" y="123"/>
                  <a:pt x="118" y="123"/>
                  <a:pt x="118" y="123"/>
                </a:cubicBezTo>
                <a:cubicBezTo>
                  <a:pt x="118" y="99"/>
                  <a:pt x="118" y="99"/>
                  <a:pt x="118" y="99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5" y="123"/>
                  <a:pt x="105" y="123"/>
                  <a:pt x="105" y="123"/>
                </a:cubicBezTo>
                <a:close/>
                <a:moveTo>
                  <a:pt x="86" y="123"/>
                </a:moveTo>
                <a:cubicBezTo>
                  <a:pt x="98" y="123"/>
                  <a:pt x="98" y="123"/>
                  <a:pt x="98" y="123"/>
                </a:cubicBezTo>
                <a:cubicBezTo>
                  <a:pt x="98" y="93"/>
                  <a:pt x="98" y="93"/>
                  <a:pt x="98" y="93"/>
                </a:cubicBezTo>
                <a:cubicBezTo>
                  <a:pt x="86" y="93"/>
                  <a:pt x="86" y="93"/>
                  <a:pt x="86" y="93"/>
                </a:cubicBezTo>
                <a:cubicBezTo>
                  <a:pt x="86" y="123"/>
                  <a:pt x="86" y="123"/>
                  <a:pt x="86" y="123"/>
                </a:cubicBezTo>
                <a:close/>
                <a:moveTo>
                  <a:pt x="179" y="145"/>
                </a:moveTo>
                <a:cubicBezTo>
                  <a:pt x="177" y="127"/>
                  <a:pt x="176" y="108"/>
                  <a:pt x="174" y="90"/>
                </a:cubicBezTo>
                <a:cubicBezTo>
                  <a:pt x="170" y="89"/>
                  <a:pt x="163" y="89"/>
                  <a:pt x="159" y="89"/>
                </a:cubicBezTo>
                <a:cubicBezTo>
                  <a:pt x="157" y="118"/>
                  <a:pt x="158" y="147"/>
                  <a:pt x="157" y="176"/>
                </a:cubicBezTo>
                <a:cubicBezTo>
                  <a:pt x="153" y="167"/>
                  <a:pt x="147" y="158"/>
                  <a:pt x="133" y="154"/>
                </a:cubicBezTo>
                <a:cubicBezTo>
                  <a:pt x="130" y="157"/>
                  <a:pt x="129" y="158"/>
                  <a:pt x="126" y="161"/>
                </a:cubicBezTo>
                <a:cubicBezTo>
                  <a:pt x="136" y="172"/>
                  <a:pt x="141" y="187"/>
                  <a:pt x="144" y="200"/>
                </a:cubicBezTo>
                <a:cubicBezTo>
                  <a:pt x="148" y="231"/>
                  <a:pt x="148" y="231"/>
                  <a:pt x="148" y="231"/>
                </a:cubicBezTo>
                <a:cubicBezTo>
                  <a:pt x="151" y="238"/>
                  <a:pt x="154" y="245"/>
                  <a:pt x="158" y="252"/>
                </a:cubicBezTo>
                <a:cubicBezTo>
                  <a:pt x="178" y="251"/>
                  <a:pt x="194" y="251"/>
                  <a:pt x="214" y="250"/>
                </a:cubicBezTo>
                <a:cubicBezTo>
                  <a:pt x="216" y="246"/>
                  <a:pt x="218" y="241"/>
                  <a:pt x="220" y="237"/>
                </a:cubicBezTo>
                <a:cubicBezTo>
                  <a:pt x="223" y="214"/>
                  <a:pt x="228" y="169"/>
                  <a:pt x="228" y="146"/>
                </a:cubicBezTo>
                <a:cubicBezTo>
                  <a:pt x="222" y="144"/>
                  <a:pt x="219" y="143"/>
                  <a:pt x="213" y="142"/>
                </a:cubicBezTo>
                <a:cubicBezTo>
                  <a:pt x="212" y="144"/>
                  <a:pt x="211" y="155"/>
                  <a:pt x="210" y="157"/>
                </a:cubicBezTo>
                <a:cubicBezTo>
                  <a:pt x="210" y="149"/>
                  <a:pt x="210" y="141"/>
                  <a:pt x="209" y="133"/>
                </a:cubicBezTo>
                <a:cubicBezTo>
                  <a:pt x="205" y="132"/>
                  <a:pt x="200" y="131"/>
                  <a:pt x="195" y="130"/>
                </a:cubicBezTo>
                <a:cubicBezTo>
                  <a:pt x="195" y="132"/>
                  <a:pt x="194" y="134"/>
                  <a:pt x="194" y="136"/>
                </a:cubicBezTo>
                <a:cubicBezTo>
                  <a:pt x="194" y="133"/>
                  <a:pt x="193" y="129"/>
                  <a:pt x="193" y="126"/>
                </a:cubicBezTo>
                <a:cubicBezTo>
                  <a:pt x="189" y="125"/>
                  <a:pt x="184" y="125"/>
                  <a:pt x="180" y="124"/>
                </a:cubicBezTo>
                <a:cubicBezTo>
                  <a:pt x="180" y="131"/>
                  <a:pt x="179" y="138"/>
                  <a:pt x="179" y="145"/>
                </a:cubicBezTo>
                <a:close/>
                <a:moveTo>
                  <a:pt x="7" y="66"/>
                </a:moveTo>
                <a:cubicBezTo>
                  <a:pt x="7" y="114"/>
                  <a:pt x="7" y="114"/>
                  <a:pt x="7" y="114"/>
                </a:cubicBezTo>
                <a:cubicBezTo>
                  <a:pt x="15" y="114"/>
                  <a:pt x="15" y="114"/>
                  <a:pt x="15" y="114"/>
                </a:cubicBezTo>
                <a:cubicBezTo>
                  <a:pt x="15" y="66"/>
                  <a:pt x="15" y="66"/>
                  <a:pt x="15" y="66"/>
                </a:cubicBezTo>
                <a:lnTo>
                  <a:pt x="7" y="66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304524" y="5371089"/>
            <a:ext cx="2886892" cy="449822"/>
          </a:xfrm>
          <a:prstGeom prst="rect">
            <a:avLst/>
          </a:prstGeom>
        </p:spPr>
        <p:txBody>
          <a:bodyPr vert="horz" wrap="none" lIns="9000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0548C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input data</a:t>
            </a:r>
          </a:p>
        </p:txBody>
      </p:sp>
      <p:sp>
        <p:nvSpPr>
          <p:cNvPr id="62" name="Down Arrow 61"/>
          <p:cNvSpPr/>
          <p:nvPr/>
        </p:nvSpPr>
        <p:spPr>
          <a:xfrm rot="10800000">
            <a:off x="5848569" y="4425591"/>
            <a:ext cx="418013" cy="43107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Down Arrow 62"/>
          <p:cNvSpPr/>
          <p:nvPr/>
        </p:nvSpPr>
        <p:spPr>
          <a:xfrm rot="5400000">
            <a:off x="7063926" y="5546460"/>
            <a:ext cx="418013" cy="43107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67" name="Group 66"/>
          <p:cNvGrpSpPr/>
          <p:nvPr/>
        </p:nvGrpSpPr>
        <p:grpSpPr>
          <a:xfrm>
            <a:off x="5327164" y="2899952"/>
            <a:ext cx="1454195" cy="1360973"/>
            <a:chOff x="9535212" y="788712"/>
            <a:chExt cx="1678906" cy="1678906"/>
          </a:xfrm>
        </p:grpSpPr>
        <p:sp>
          <p:nvSpPr>
            <p:cNvPr id="64" name="Oval 63"/>
            <p:cNvSpPr/>
            <p:nvPr/>
          </p:nvSpPr>
          <p:spPr>
            <a:xfrm>
              <a:off x="9535212" y="788712"/>
              <a:ext cx="1678906" cy="1678906"/>
            </a:xfrm>
            <a:prstGeom prst="ellipse">
              <a:avLst/>
            </a:prstGeom>
            <a:solidFill>
              <a:srgbClr val="07326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9589332" y="859775"/>
              <a:ext cx="1566979" cy="1566979"/>
            </a:xfrm>
            <a:prstGeom prst="ellipse">
              <a:avLst/>
            </a:prstGeom>
            <a:solidFill>
              <a:srgbClr val="00AECF"/>
            </a:solidFill>
            <a:ln w="25400" cap="flat" cmpd="sng" algn="ctr">
              <a:noFill/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6914877" y="3296263"/>
            <a:ext cx="1667497" cy="449822"/>
          </a:xfrm>
          <a:prstGeom prst="rect">
            <a:avLst/>
          </a:prstGeom>
        </p:spPr>
        <p:txBody>
          <a:bodyPr vert="horz" wrap="none" lIns="9000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⑤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Prediction accuracy monitor </a:t>
            </a:r>
          </a:p>
        </p:txBody>
      </p:sp>
      <p:sp>
        <p:nvSpPr>
          <p:cNvPr id="72" name="Freeform 7"/>
          <p:cNvSpPr>
            <a:spLocks noEditPoints="1"/>
          </p:cNvSpPr>
          <p:nvPr/>
        </p:nvSpPr>
        <p:spPr bwMode="auto">
          <a:xfrm>
            <a:off x="5742628" y="3294678"/>
            <a:ext cx="816342" cy="542921"/>
          </a:xfrm>
          <a:custGeom>
            <a:avLst/>
            <a:gdLst>
              <a:gd name="T0" fmla="*/ 19 w 93"/>
              <a:gd name="T1" fmla="*/ 33 h 93"/>
              <a:gd name="T2" fmla="*/ 25 w 93"/>
              <a:gd name="T3" fmla="*/ 38 h 93"/>
              <a:gd name="T4" fmla="*/ 34 w 93"/>
              <a:gd name="T5" fmla="*/ 41 h 93"/>
              <a:gd name="T6" fmla="*/ 42 w 93"/>
              <a:gd name="T7" fmla="*/ 28 h 93"/>
              <a:gd name="T8" fmla="*/ 47 w 93"/>
              <a:gd name="T9" fmla="*/ 27 h 93"/>
              <a:gd name="T10" fmla="*/ 47 w 93"/>
              <a:gd name="T11" fmla="*/ 27 h 93"/>
              <a:gd name="T12" fmla="*/ 61 w 93"/>
              <a:gd name="T13" fmla="*/ 36 h 93"/>
              <a:gd name="T14" fmla="*/ 72 w 93"/>
              <a:gd name="T15" fmla="*/ 17 h 93"/>
              <a:gd name="T16" fmla="*/ 71 w 93"/>
              <a:gd name="T17" fmla="*/ 13 h 93"/>
              <a:gd name="T18" fmla="*/ 73 w 93"/>
              <a:gd name="T19" fmla="*/ 8 h 93"/>
              <a:gd name="T20" fmla="*/ 78 w 93"/>
              <a:gd name="T21" fmla="*/ 6 h 93"/>
              <a:gd name="T22" fmla="*/ 85 w 93"/>
              <a:gd name="T23" fmla="*/ 13 h 93"/>
              <a:gd name="T24" fmla="*/ 83 w 93"/>
              <a:gd name="T25" fmla="*/ 18 h 93"/>
              <a:gd name="T26" fmla="*/ 78 w 93"/>
              <a:gd name="T27" fmla="*/ 21 h 93"/>
              <a:gd name="T28" fmla="*/ 65 w 93"/>
              <a:gd name="T29" fmla="*/ 43 h 93"/>
              <a:gd name="T30" fmla="*/ 65 w 93"/>
              <a:gd name="T31" fmla="*/ 43 h 93"/>
              <a:gd name="T32" fmla="*/ 60 w 93"/>
              <a:gd name="T33" fmla="*/ 44 h 93"/>
              <a:gd name="T34" fmla="*/ 46 w 93"/>
              <a:gd name="T35" fmla="*/ 35 h 93"/>
              <a:gd name="T36" fmla="*/ 41 w 93"/>
              <a:gd name="T37" fmla="*/ 43 h 93"/>
              <a:gd name="T38" fmla="*/ 46 w 93"/>
              <a:gd name="T39" fmla="*/ 44 h 93"/>
              <a:gd name="T40" fmla="*/ 47 w 93"/>
              <a:gd name="T41" fmla="*/ 45 h 93"/>
              <a:gd name="T42" fmla="*/ 47 w 93"/>
              <a:gd name="T43" fmla="*/ 45 h 93"/>
              <a:gd name="T44" fmla="*/ 63 w 93"/>
              <a:gd name="T45" fmla="*/ 56 h 93"/>
              <a:gd name="T46" fmla="*/ 71 w 93"/>
              <a:gd name="T47" fmla="*/ 55 h 93"/>
              <a:gd name="T48" fmla="*/ 78 w 93"/>
              <a:gd name="T49" fmla="*/ 51 h 93"/>
              <a:gd name="T50" fmla="*/ 83 w 93"/>
              <a:gd name="T51" fmla="*/ 53 h 93"/>
              <a:gd name="T52" fmla="*/ 85 w 93"/>
              <a:gd name="T53" fmla="*/ 58 h 93"/>
              <a:gd name="T54" fmla="*/ 78 w 93"/>
              <a:gd name="T55" fmla="*/ 65 h 93"/>
              <a:gd name="T56" fmla="*/ 73 w 93"/>
              <a:gd name="T57" fmla="*/ 63 h 93"/>
              <a:gd name="T58" fmla="*/ 72 w 93"/>
              <a:gd name="T59" fmla="*/ 62 h 93"/>
              <a:gd name="T60" fmla="*/ 62 w 93"/>
              <a:gd name="T61" fmla="*/ 64 h 93"/>
              <a:gd name="T62" fmla="*/ 60 w 93"/>
              <a:gd name="T63" fmla="*/ 63 h 93"/>
              <a:gd name="T64" fmla="*/ 43 w 93"/>
              <a:gd name="T65" fmla="*/ 51 h 93"/>
              <a:gd name="T66" fmla="*/ 37 w 93"/>
              <a:gd name="T67" fmla="*/ 49 h 93"/>
              <a:gd name="T68" fmla="*/ 25 w 93"/>
              <a:gd name="T69" fmla="*/ 69 h 93"/>
              <a:gd name="T70" fmla="*/ 26 w 93"/>
              <a:gd name="T71" fmla="*/ 73 h 93"/>
              <a:gd name="T72" fmla="*/ 24 w 93"/>
              <a:gd name="T73" fmla="*/ 78 h 93"/>
              <a:gd name="T74" fmla="*/ 19 w 93"/>
              <a:gd name="T75" fmla="*/ 80 h 93"/>
              <a:gd name="T76" fmla="*/ 12 w 93"/>
              <a:gd name="T77" fmla="*/ 73 h 93"/>
              <a:gd name="T78" fmla="*/ 19 w 93"/>
              <a:gd name="T79" fmla="*/ 66 h 93"/>
              <a:gd name="T80" fmla="*/ 30 w 93"/>
              <a:gd name="T81" fmla="*/ 47 h 93"/>
              <a:gd name="T82" fmla="*/ 23 w 93"/>
              <a:gd name="T83" fmla="*/ 45 h 93"/>
              <a:gd name="T84" fmla="*/ 19 w 93"/>
              <a:gd name="T85" fmla="*/ 47 h 93"/>
              <a:gd name="T86" fmla="*/ 12 w 93"/>
              <a:gd name="T87" fmla="*/ 40 h 93"/>
              <a:gd name="T88" fmla="*/ 19 w 93"/>
              <a:gd name="T89" fmla="*/ 33 h 93"/>
              <a:gd name="T90" fmla="*/ 2 w 93"/>
              <a:gd name="T91" fmla="*/ 93 h 93"/>
              <a:gd name="T92" fmla="*/ 2 w 93"/>
              <a:gd name="T93" fmla="*/ 93 h 93"/>
              <a:gd name="T94" fmla="*/ 91 w 93"/>
              <a:gd name="T95" fmla="*/ 93 h 93"/>
              <a:gd name="T96" fmla="*/ 93 w 93"/>
              <a:gd name="T97" fmla="*/ 90 h 93"/>
              <a:gd name="T98" fmla="*/ 91 w 93"/>
              <a:gd name="T99" fmla="*/ 88 h 93"/>
              <a:gd name="T100" fmla="*/ 4 w 93"/>
              <a:gd name="T101" fmla="*/ 88 h 93"/>
              <a:gd name="T102" fmla="*/ 4 w 93"/>
              <a:gd name="T103" fmla="*/ 2 h 93"/>
              <a:gd name="T104" fmla="*/ 2 w 93"/>
              <a:gd name="T105" fmla="*/ 0 h 93"/>
              <a:gd name="T106" fmla="*/ 0 w 93"/>
              <a:gd name="T107" fmla="*/ 2 h 93"/>
              <a:gd name="T108" fmla="*/ 0 w 93"/>
              <a:gd name="T109" fmla="*/ 90 h 93"/>
              <a:gd name="T110" fmla="*/ 2 w 93"/>
              <a:gd name="T111" fmla="*/ 93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3" h="93">
                <a:moveTo>
                  <a:pt x="19" y="33"/>
                </a:moveTo>
                <a:cubicBezTo>
                  <a:pt x="22" y="33"/>
                  <a:pt x="25" y="35"/>
                  <a:pt x="25" y="38"/>
                </a:cubicBezTo>
                <a:cubicBezTo>
                  <a:pt x="34" y="41"/>
                  <a:pt x="34" y="41"/>
                  <a:pt x="34" y="41"/>
                </a:cubicBezTo>
                <a:cubicBezTo>
                  <a:pt x="42" y="28"/>
                  <a:pt x="42" y="28"/>
                  <a:pt x="42" y="28"/>
                </a:cubicBezTo>
                <a:cubicBezTo>
                  <a:pt x="43" y="26"/>
                  <a:pt x="45" y="26"/>
                  <a:pt x="47" y="27"/>
                </a:cubicBezTo>
                <a:cubicBezTo>
                  <a:pt x="47" y="27"/>
                  <a:pt x="47" y="27"/>
                  <a:pt x="47" y="27"/>
                </a:cubicBezTo>
                <a:cubicBezTo>
                  <a:pt x="61" y="36"/>
                  <a:pt x="61" y="36"/>
                  <a:pt x="61" y="36"/>
                </a:cubicBezTo>
                <a:cubicBezTo>
                  <a:pt x="72" y="17"/>
                  <a:pt x="72" y="17"/>
                  <a:pt x="72" y="17"/>
                </a:cubicBezTo>
                <a:cubicBezTo>
                  <a:pt x="71" y="16"/>
                  <a:pt x="71" y="15"/>
                  <a:pt x="71" y="13"/>
                </a:cubicBezTo>
                <a:cubicBezTo>
                  <a:pt x="71" y="12"/>
                  <a:pt x="71" y="10"/>
                  <a:pt x="73" y="8"/>
                </a:cubicBezTo>
                <a:cubicBezTo>
                  <a:pt x="74" y="7"/>
                  <a:pt x="76" y="6"/>
                  <a:pt x="78" y="6"/>
                </a:cubicBezTo>
                <a:cubicBezTo>
                  <a:pt x="82" y="6"/>
                  <a:pt x="85" y="10"/>
                  <a:pt x="85" y="13"/>
                </a:cubicBezTo>
                <a:cubicBezTo>
                  <a:pt x="85" y="15"/>
                  <a:pt x="84" y="17"/>
                  <a:pt x="83" y="18"/>
                </a:cubicBezTo>
                <a:cubicBezTo>
                  <a:pt x="82" y="20"/>
                  <a:pt x="80" y="20"/>
                  <a:pt x="78" y="21"/>
                </a:cubicBezTo>
                <a:cubicBezTo>
                  <a:pt x="65" y="43"/>
                  <a:pt x="65" y="43"/>
                  <a:pt x="65" y="43"/>
                </a:cubicBezTo>
                <a:cubicBezTo>
                  <a:pt x="65" y="43"/>
                  <a:pt x="65" y="43"/>
                  <a:pt x="65" y="43"/>
                </a:cubicBezTo>
                <a:cubicBezTo>
                  <a:pt x="64" y="45"/>
                  <a:pt x="62" y="46"/>
                  <a:pt x="60" y="44"/>
                </a:cubicBezTo>
                <a:cubicBezTo>
                  <a:pt x="46" y="35"/>
                  <a:pt x="46" y="35"/>
                  <a:pt x="46" y="35"/>
                </a:cubicBezTo>
                <a:cubicBezTo>
                  <a:pt x="41" y="43"/>
                  <a:pt x="41" y="43"/>
                  <a:pt x="41" y="43"/>
                </a:cubicBezTo>
                <a:cubicBezTo>
                  <a:pt x="46" y="44"/>
                  <a:pt x="46" y="44"/>
                  <a:pt x="46" y="44"/>
                </a:cubicBezTo>
                <a:cubicBezTo>
                  <a:pt x="46" y="44"/>
                  <a:pt x="47" y="45"/>
                  <a:pt x="47" y="45"/>
                </a:cubicBezTo>
                <a:cubicBezTo>
                  <a:pt x="47" y="45"/>
                  <a:pt x="47" y="45"/>
                  <a:pt x="47" y="45"/>
                </a:cubicBezTo>
                <a:cubicBezTo>
                  <a:pt x="63" y="56"/>
                  <a:pt x="63" y="56"/>
                  <a:pt x="63" y="56"/>
                </a:cubicBezTo>
                <a:cubicBezTo>
                  <a:pt x="71" y="55"/>
                  <a:pt x="71" y="55"/>
                  <a:pt x="71" y="55"/>
                </a:cubicBezTo>
                <a:cubicBezTo>
                  <a:pt x="72" y="53"/>
                  <a:pt x="75" y="51"/>
                  <a:pt x="78" y="51"/>
                </a:cubicBezTo>
                <a:cubicBezTo>
                  <a:pt x="80" y="51"/>
                  <a:pt x="81" y="52"/>
                  <a:pt x="83" y="53"/>
                </a:cubicBezTo>
                <a:cubicBezTo>
                  <a:pt x="84" y="54"/>
                  <a:pt x="85" y="56"/>
                  <a:pt x="85" y="58"/>
                </a:cubicBezTo>
                <a:cubicBezTo>
                  <a:pt x="85" y="62"/>
                  <a:pt x="82" y="65"/>
                  <a:pt x="78" y="65"/>
                </a:cubicBezTo>
                <a:cubicBezTo>
                  <a:pt x="76" y="65"/>
                  <a:pt x="74" y="64"/>
                  <a:pt x="73" y="63"/>
                </a:cubicBezTo>
                <a:cubicBezTo>
                  <a:pt x="72" y="62"/>
                  <a:pt x="72" y="62"/>
                  <a:pt x="72" y="62"/>
                </a:cubicBezTo>
                <a:cubicBezTo>
                  <a:pt x="62" y="64"/>
                  <a:pt x="62" y="64"/>
                  <a:pt x="62" y="64"/>
                </a:cubicBezTo>
                <a:cubicBezTo>
                  <a:pt x="62" y="64"/>
                  <a:pt x="61" y="64"/>
                  <a:pt x="60" y="63"/>
                </a:cubicBezTo>
                <a:cubicBezTo>
                  <a:pt x="43" y="51"/>
                  <a:pt x="43" y="51"/>
                  <a:pt x="43" y="51"/>
                </a:cubicBezTo>
                <a:cubicBezTo>
                  <a:pt x="37" y="49"/>
                  <a:pt x="37" y="49"/>
                  <a:pt x="37" y="49"/>
                </a:cubicBezTo>
                <a:cubicBezTo>
                  <a:pt x="25" y="69"/>
                  <a:pt x="25" y="69"/>
                  <a:pt x="25" y="69"/>
                </a:cubicBezTo>
                <a:cubicBezTo>
                  <a:pt x="25" y="70"/>
                  <a:pt x="26" y="71"/>
                  <a:pt x="26" y="73"/>
                </a:cubicBezTo>
                <a:cubicBezTo>
                  <a:pt x="26" y="75"/>
                  <a:pt x="25" y="76"/>
                  <a:pt x="24" y="78"/>
                </a:cubicBezTo>
                <a:cubicBezTo>
                  <a:pt x="22" y="79"/>
                  <a:pt x="21" y="80"/>
                  <a:pt x="19" y="80"/>
                </a:cubicBezTo>
                <a:cubicBezTo>
                  <a:pt x="15" y="80"/>
                  <a:pt x="12" y="77"/>
                  <a:pt x="12" y="73"/>
                </a:cubicBezTo>
                <a:cubicBezTo>
                  <a:pt x="12" y="69"/>
                  <a:pt x="15" y="66"/>
                  <a:pt x="19" y="66"/>
                </a:cubicBezTo>
                <a:cubicBezTo>
                  <a:pt x="30" y="47"/>
                  <a:pt x="30" y="47"/>
                  <a:pt x="30" y="47"/>
                </a:cubicBezTo>
                <a:cubicBezTo>
                  <a:pt x="23" y="45"/>
                  <a:pt x="23" y="45"/>
                  <a:pt x="23" y="45"/>
                </a:cubicBezTo>
                <a:cubicBezTo>
                  <a:pt x="22" y="47"/>
                  <a:pt x="20" y="47"/>
                  <a:pt x="19" y="47"/>
                </a:cubicBezTo>
                <a:cubicBezTo>
                  <a:pt x="15" y="47"/>
                  <a:pt x="12" y="44"/>
                  <a:pt x="12" y="40"/>
                </a:cubicBezTo>
                <a:cubicBezTo>
                  <a:pt x="12" y="36"/>
                  <a:pt x="15" y="33"/>
                  <a:pt x="19" y="33"/>
                </a:cubicBezTo>
                <a:moveTo>
                  <a:pt x="2" y="93"/>
                </a:moveTo>
                <a:cubicBezTo>
                  <a:pt x="2" y="93"/>
                  <a:pt x="2" y="93"/>
                  <a:pt x="2" y="93"/>
                </a:cubicBezTo>
                <a:cubicBezTo>
                  <a:pt x="91" y="93"/>
                  <a:pt x="91" y="93"/>
                  <a:pt x="91" y="93"/>
                </a:cubicBezTo>
                <a:cubicBezTo>
                  <a:pt x="92" y="93"/>
                  <a:pt x="93" y="92"/>
                  <a:pt x="93" y="90"/>
                </a:cubicBezTo>
                <a:cubicBezTo>
                  <a:pt x="93" y="89"/>
                  <a:pt x="92" y="88"/>
                  <a:pt x="91" y="88"/>
                </a:cubicBezTo>
                <a:cubicBezTo>
                  <a:pt x="4" y="88"/>
                  <a:pt x="4" y="88"/>
                  <a:pt x="4" y="88"/>
                </a:cubicBezTo>
                <a:cubicBezTo>
                  <a:pt x="4" y="2"/>
                  <a:pt x="4" y="2"/>
                  <a:pt x="4" y="2"/>
                </a:cubicBezTo>
                <a:cubicBezTo>
                  <a:pt x="4" y="1"/>
                  <a:pt x="3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2"/>
                  <a:pt x="1" y="93"/>
                  <a:pt x="2" y="9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3" name="Down Arrow 72"/>
          <p:cNvSpPr/>
          <p:nvPr/>
        </p:nvSpPr>
        <p:spPr>
          <a:xfrm rot="5400000">
            <a:off x="4747106" y="3393658"/>
            <a:ext cx="418013" cy="43107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5327164" y="828934"/>
            <a:ext cx="1413809" cy="1360973"/>
            <a:chOff x="4869565" y="2702231"/>
            <a:chExt cx="1678906" cy="1678906"/>
          </a:xfrm>
        </p:grpSpPr>
        <p:sp>
          <p:nvSpPr>
            <p:cNvPr id="75" name="Oval 74"/>
            <p:cNvSpPr/>
            <p:nvPr/>
          </p:nvSpPr>
          <p:spPr>
            <a:xfrm>
              <a:off x="4869565" y="2702231"/>
              <a:ext cx="1678906" cy="1678906"/>
            </a:xfrm>
            <a:prstGeom prst="ellipse">
              <a:avLst/>
            </a:prstGeom>
            <a:solidFill>
              <a:srgbClr val="07326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76" name="Oval 75"/>
            <p:cNvSpPr/>
            <p:nvPr/>
          </p:nvSpPr>
          <p:spPr>
            <a:xfrm>
              <a:off x="4928414" y="2758192"/>
              <a:ext cx="1566980" cy="1566981"/>
            </a:xfrm>
            <a:prstGeom prst="ellipse">
              <a:avLst/>
            </a:prstGeom>
            <a:solidFill>
              <a:srgbClr val="10548C"/>
            </a:solidFill>
            <a:ln w="25400" cap="flat" cmpd="sng" algn="ctr">
              <a:noFill/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5709985" y="1238656"/>
            <a:ext cx="685358" cy="517055"/>
            <a:chOff x="205219" y="4236602"/>
            <a:chExt cx="430380" cy="467350"/>
          </a:xfrm>
          <a:solidFill>
            <a:schemeClr val="bg1"/>
          </a:solidFill>
        </p:grpSpPr>
        <p:sp>
          <p:nvSpPr>
            <p:cNvPr id="78" name="Freeform 58"/>
            <p:cNvSpPr>
              <a:spLocks noEditPoints="1"/>
            </p:cNvSpPr>
            <p:nvPr/>
          </p:nvSpPr>
          <p:spPr bwMode="auto">
            <a:xfrm>
              <a:off x="205763" y="4648491"/>
              <a:ext cx="426571" cy="55461"/>
            </a:xfrm>
            <a:custGeom>
              <a:avLst/>
              <a:gdLst>
                <a:gd name="T0" fmla="*/ 644 w 661"/>
                <a:gd name="T1" fmla="*/ 0 h 63"/>
                <a:gd name="T2" fmla="*/ 399 w 661"/>
                <a:gd name="T3" fmla="*/ 0 h 63"/>
                <a:gd name="T4" fmla="*/ 394 w 661"/>
                <a:gd name="T5" fmla="*/ 5 h 63"/>
                <a:gd name="T6" fmla="*/ 394 w 661"/>
                <a:gd name="T7" fmla="*/ 5 h 63"/>
                <a:gd name="T8" fmla="*/ 377 w 661"/>
                <a:gd name="T9" fmla="*/ 23 h 63"/>
                <a:gd name="T10" fmla="*/ 284 w 661"/>
                <a:gd name="T11" fmla="*/ 23 h 63"/>
                <a:gd name="T12" fmla="*/ 266 w 661"/>
                <a:gd name="T13" fmla="*/ 5 h 63"/>
                <a:gd name="T14" fmla="*/ 266 w 661"/>
                <a:gd name="T15" fmla="*/ 5 h 63"/>
                <a:gd name="T16" fmla="*/ 262 w 661"/>
                <a:gd name="T17" fmla="*/ 0 h 63"/>
                <a:gd name="T18" fmla="*/ 17 w 661"/>
                <a:gd name="T19" fmla="*/ 0 h 63"/>
                <a:gd name="T20" fmla="*/ 0 w 661"/>
                <a:gd name="T21" fmla="*/ 18 h 63"/>
                <a:gd name="T22" fmla="*/ 0 w 661"/>
                <a:gd name="T23" fmla="*/ 45 h 63"/>
                <a:gd name="T24" fmla="*/ 17 w 661"/>
                <a:gd name="T25" fmla="*/ 63 h 63"/>
                <a:gd name="T26" fmla="*/ 644 w 661"/>
                <a:gd name="T27" fmla="*/ 63 h 63"/>
                <a:gd name="T28" fmla="*/ 661 w 661"/>
                <a:gd name="T29" fmla="*/ 45 h 63"/>
                <a:gd name="T30" fmla="*/ 661 w 661"/>
                <a:gd name="T31" fmla="*/ 18 h 63"/>
                <a:gd name="T32" fmla="*/ 644 w 661"/>
                <a:gd name="T33" fmla="*/ 0 h 63"/>
                <a:gd name="T34" fmla="*/ 606 w 661"/>
                <a:gd name="T35" fmla="*/ 32 h 63"/>
                <a:gd name="T36" fmla="*/ 597 w 661"/>
                <a:gd name="T37" fmla="*/ 40 h 63"/>
                <a:gd name="T38" fmla="*/ 559 w 661"/>
                <a:gd name="T39" fmla="*/ 40 h 63"/>
                <a:gd name="T40" fmla="*/ 550 w 661"/>
                <a:gd name="T41" fmla="*/ 32 h 63"/>
                <a:gd name="T42" fmla="*/ 550 w 661"/>
                <a:gd name="T43" fmla="*/ 31 h 63"/>
                <a:gd name="T44" fmla="*/ 559 w 661"/>
                <a:gd name="T45" fmla="*/ 23 h 63"/>
                <a:gd name="T46" fmla="*/ 597 w 661"/>
                <a:gd name="T47" fmla="*/ 23 h 63"/>
                <a:gd name="T48" fmla="*/ 606 w 661"/>
                <a:gd name="T49" fmla="*/ 31 h 63"/>
                <a:gd name="T50" fmla="*/ 606 w 661"/>
                <a:gd name="T51" fmla="*/ 3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1" h="63">
                  <a:moveTo>
                    <a:pt x="644" y="0"/>
                  </a:moveTo>
                  <a:cubicBezTo>
                    <a:pt x="399" y="0"/>
                    <a:pt x="399" y="0"/>
                    <a:pt x="399" y="0"/>
                  </a:cubicBezTo>
                  <a:cubicBezTo>
                    <a:pt x="397" y="0"/>
                    <a:pt x="394" y="2"/>
                    <a:pt x="394" y="5"/>
                  </a:cubicBezTo>
                  <a:cubicBezTo>
                    <a:pt x="394" y="5"/>
                    <a:pt x="394" y="5"/>
                    <a:pt x="394" y="5"/>
                  </a:cubicBezTo>
                  <a:cubicBezTo>
                    <a:pt x="394" y="15"/>
                    <a:pt x="386" y="23"/>
                    <a:pt x="377" y="23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74" y="23"/>
                    <a:pt x="266" y="15"/>
                    <a:pt x="266" y="5"/>
                  </a:cubicBezTo>
                  <a:cubicBezTo>
                    <a:pt x="266" y="5"/>
                    <a:pt x="266" y="5"/>
                    <a:pt x="266" y="5"/>
                  </a:cubicBezTo>
                  <a:cubicBezTo>
                    <a:pt x="266" y="2"/>
                    <a:pt x="264" y="0"/>
                    <a:pt x="262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8"/>
                    <a:pt x="0" y="1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55"/>
                    <a:pt x="7" y="63"/>
                    <a:pt x="17" y="63"/>
                  </a:cubicBezTo>
                  <a:cubicBezTo>
                    <a:pt x="644" y="63"/>
                    <a:pt x="644" y="63"/>
                    <a:pt x="644" y="63"/>
                  </a:cubicBezTo>
                  <a:cubicBezTo>
                    <a:pt x="653" y="63"/>
                    <a:pt x="661" y="55"/>
                    <a:pt x="661" y="45"/>
                  </a:cubicBezTo>
                  <a:cubicBezTo>
                    <a:pt x="661" y="18"/>
                    <a:pt x="661" y="18"/>
                    <a:pt x="661" y="18"/>
                  </a:cubicBezTo>
                  <a:cubicBezTo>
                    <a:pt x="661" y="8"/>
                    <a:pt x="653" y="0"/>
                    <a:pt x="644" y="0"/>
                  </a:cubicBezTo>
                  <a:close/>
                  <a:moveTo>
                    <a:pt x="606" y="32"/>
                  </a:moveTo>
                  <a:cubicBezTo>
                    <a:pt x="606" y="36"/>
                    <a:pt x="602" y="40"/>
                    <a:pt x="597" y="40"/>
                  </a:cubicBezTo>
                  <a:cubicBezTo>
                    <a:pt x="559" y="40"/>
                    <a:pt x="559" y="40"/>
                    <a:pt x="559" y="40"/>
                  </a:cubicBezTo>
                  <a:cubicBezTo>
                    <a:pt x="554" y="40"/>
                    <a:pt x="550" y="36"/>
                    <a:pt x="550" y="32"/>
                  </a:cubicBezTo>
                  <a:cubicBezTo>
                    <a:pt x="550" y="31"/>
                    <a:pt x="550" y="31"/>
                    <a:pt x="550" y="31"/>
                  </a:cubicBezTo>
                  <a:cubicBezTo>
                    <a:pt x="550" y="26"/>
                    <a:pt x="554" y="23"/>
                    <a:pt x="559" y="23"/>
                  </a:cubicBezTo>
                  <a:cubicBezTo>
                    <a:pt x="597" y="23"/>
                    <a:pt x="597" y="23"/>
                    <a:pt x="597" y="23"/>
                  </a:cubicBezTo>
                  <a:cubicBezTo>
                    <a:pt x="602" y="23"/>
                    <a:pt x="606" y="26"/>
                    <a:pt x="606" y="31"/>
                  </a:cubicBezTo>
                  <a:lnTo>
                    <a:pt x="606" y="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79" name="Freeform 59"/>
            <p:cNvSpPr>
              <a:spLocks noEditPoints="1"/>
            </p:cNvSpPr>
            <p:nvPr/>
          </p:nvSpPr>
          <p:spPr bwMode="auto">
            <a:xfrm>
              <a:off x="205219" y="4236602"/>
              <a:ext cx="430380" cy="388965"/>
            </a:xfrm>
            <a:custGeom>
              <a:avLst/>
              <a:gdLst>
                <a:gd name="T0" fmla="*/ 605 w 667"/>
                <a:gd name="T1" fmla="*/ 0 h 443"/>
                <a:gd name="T2" fmla="*/ 63 w 667"/>
                <a:gd name="T3" fmla="*/ 0 h 443"/>
                <a:gd name="T4" fmla="*/ 0 w 667"/>
                <a:gd name="T5" fmla="*/ 62 h 443"/>
                <a:gd name="T6" fmla="*/ 0 w 667"/>
                <a:gd name="T7" fmla="*/ 381 h 443"/>
                <a:gd name="T8" fmla="*/ 63 w 667"/>
                <a:gd name="T9" fmla="*/ 443 h 443"/>
                <a:gd name="T10" fmla="*/ 605 w 667"/>
                <a:gd name="T11" fmla="*/ 443 h 443"/>
                <a:gd name="T12" fmla="*/ 667 w 667"/>
                <a:gd name="T13" fmla="*/ 381 h 443"/>
                <a:gd name="T14" fmla="*/ 667 w 667"/>
                <a:gd name="T15" fmla="*/ 62 h 443"/>
                <a:gd name="T16" fmla="*/ 605 w 667"/>
                <a:gd name="T17" fmla="*/ 0 h 443"/>
                <a:gd name="T18" fmla="*/ 613 w 667"/>
                <a:gd name="T19" fmla="*/ 381 h 443"/>
                <a:gd name="T20" fmla="*/ 605 w 667"/>
                <a:gd name="T21" fmla="*/ 390 h 443"/>
                <a:gd name="T22" fmla="*/ 63 w 667"/>
                <a:gd name="T23" fmla="*/ 390 h 443"/>
                <a:gd name="T24" fmla="*/ 54 w 667"/>
                <a:gd name="T25" fmla="*/ 381 h 443"/>
                <a:gd name="T26" fmla="*/ 54 w 667"/>
                <a:gd name="T27" fmla="*/ 62 h 443"/>
                <a:gd name="T28" fmla="*/ 63 w 667"/>
                <a:gd name="T29" fmla="*/ 53 h 443"/>
                <a:gd name="T30" fmla="*/ 605 w 667"/>
                <a:gd name="T31" fmla="*/ 53 h 443"/>
                <a:gd name="T32" fmla="*/ 613 w 667"/>
                <a:gd name="T33" fmla="*/ 62 h 443"/>
                <a:gd name="T34" fmla="*/ 613 w 667"/>
                <a:gd name="T35" fmla="*/ 381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7" h="443">
                  <a:moveTo>
                    <a:pt x="605" y="0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0" y="28"/>
                    <a:pt x="0" y="62"/>
                  </a:cubicBezTo>
                  <a:cubicBezTo>
                    <a:pt x="0" y="381"/>
                    <a:pt x="0" y="381"/>
                    <a:pt x="0" y="381"/>
                  </a:cubicBezTo>
                  <a:cubicBezTo>
                    <a:pt x="0" y="415"/>
                    <a:pt x="28" y="443"/>
                    <a:pt x="63" y="443"/>
                  </a:cubicBezTo>
                  <a:cubicBezTo>
                    <a:pt x="605" y="443"/>
                    <a:pt x="605" y="443"/>
                    <a:pt x="605" y="443"/>
                  </a:cubicBezTo>
                  <a:cubicBezTo>
                    <a:pt x="639" y="443"/>
                    <a:pt x="667" y="415"/>
                    <a:pt x="667" y="381"/>
                  </a:cubicBezTo>
                  <a:cubicBezTo>
                    <a:pt x="667" y="62"/>
                    <a:pt x="667" y="62"/>
                    <a:pt x="667" y="62"/>
                  </a:cubicBezTo>
                  <a:cubicBezTo>
                    <a:pt x="667" y="28"/>
                    <a:pt x="639" y="0"/>
                    <a:pt x="605" y="0"/>
                  </a:cubicBezTo>
                  <a:close/>
                  <a:moveTo>
                    <a:pt x="613" y="381"/>
                  </a:moveTo>
                  <a:cubicBezTo>
                    <a:pt x="613" y="386"/>
                    <a:pt x="609" y="390"/>
                    <a:pt x="605" y="390"/>
                  </a:cubicBezTo>
                  <a:cubicBezTo>
                    <a:pt x="63" y="390"/>
                    <a:pt x="63" y="390"/>
                    <a:pt x="63" y="390"/>
                  </a:cubicBezTo>
                  <a:cubicBezTo>
                    <a:pt x="58" y="390"/>
                    <a:pt x="54" y="386"/>
                    <a:pt x="54" y="381"/>
                  </a:cubicBezTo>
                  <a:cubicBezTo>
                    <a:pt x="54" y="62"/>
                    <a:pt x="54" y="62"/>
                    <a:pt x="54" y="62"/>
                  </a:cubicBezTo>
                  <a:cubicBezTo>
                    <a:pt x="54" y="57"/>
                    <a:pt x="58" y="53"/>
                    <a:pt x="63" y="53"/>
                  </a:cubicBezTo>
                  <a:cubicBezTo>
                    <a:pt x="605" y="53"/>
                    <a:pt x="605" y="53"/>
                    <a:pt x="605" y="53"/>
                  </a:cubicBezTo>
                  <a:cubicBezTo>
                    <a:pt x="609" y="53"/>
                    <a:pt x="613" y="57"/>
                    <a:pt x="613" y="62"/>
                  </a:cubicBezTo>
                  <a:lnTo>
                    <a:pt x="613" y="38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80" name="Freeform 60"/>
            <p:cNvSpPr>
              <a:spLocks/>
            </p:cNvSpPr>
            <p:nvPr/>
          </p:nvSpPr>
          <p:spPr bwMode="auto">
            <a:xfrm>
              <a:off x="399461" y="4507251"/>
              <a:ext cx="41895" cy="12202"/>
            </a:xfrm>
            <a:custGeom>
              <a:avLst/>
              <a:gdLst>
                <a:gd name="T0" fmla="*/ 58 w 65"/>
                <a:gd name="T1" fmla="*/ 0 h 14"/>
                <a:gd name="T2" fmla="*/ 7 w 65"/>
                <a:gd name="T3" fmla="*/ 0 h 14"/>
                <a:gd name="T4" fmla="*/ 0 w 65"/>
                <a:gd name="T5" fmla="*/ 7 h 14"/>
                <a:gd name="T6" fmla="*/ 7 w 65"/>
                <a:gd name="T7" fmla="*/ 14 h 14"/>
                <a:gd name="T8" fmla="*/ 58 w 65"/>
                <a:gd name="T9" fmla="*/ 14 h 14"/>
                <a:gd name="T10" fmla="*/ 65 w 65"/>
                <a:gd name="T11" fmla="*/ 7 h 14"/>
                <a:gd name="T12" fmla="*/ 58 w 65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4">
                  <a:moveTo>
                    <a:pt x="5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62" y="14"/>
                    <a:pt x="65" y="11"/>
                    <a:pt x="65" y="7"/>
                  </a:cubicBezTo>
                  <a:cubicBezTo>
                    <a:pt x="65" y="3"/>
                    <a:pt x="62" y="0"/>
                    <a:pt x="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81" name="Freeform 61"/>
            <p:cNvSpPr>
              <a:spLocks/>
            </p:cNvSpPr>
            <p:nvPr/>
          </p:nvSpPr>
          <p:spPr bwMode="auto">
            <a:xfrm>
              <a:off x="401910" y="4529065"/>
              <a:ext cx="37543" cy="24403"/>
            </a:xfrm>
            <a:custGeom>
              <a:avLst/>
              <a:gdLst>
                <a:gd name="T0" fmla="*/ 15 w 58"/>
                <a:gd name="T1" fmla="*/ 16 h 28"/>
                <a:gd name="T2" fmla="*/ 29 w 58"/>
                <a:gd name="T3" fmla="*/ 28 h 28"/>
                <a:gd name="T4" fmla="*/ 42 w 58"/>
                <a:gd name="T5" fmla="*/ 16 h 28"/>
                <a:gd name="T6" fmla="*/ 58 w 58"/>
                <a:gd name="T7" fmla="*/ 0 h 28"/>
                <a:gd name="T8" fmla="*/ 0 w 58"/>
                <a:gd name="T9" fmla="*/ 0 h 28"/>
                <a:gd name="T10" fmla="*/ 15 w 58"/>
                <a:gd name="T11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" h="28">
                  <a:moveTo>
                    <a:pt x="15" y="16"/>
                  </a:moveTo>
                  <a:cubicBezTo>
                    <a:pt x="16" y="23"/>
                    <a:pt x="22" y="28"/>
                    <a:pt x="29" y="28"/>
                  </a:cubicBezTo>
                  <a:cubicBezTo>
                    <a:pt x="35" y="28"/>
                    <a:pt x="41" y="23"/>
                    <a:pt x="42" y="16"/>
                  </a:cubicBezTo>
                  <a:cubicBezTo>
                    <a:pt x="51" y="16"/>
                    <a:pt x="58" y="9"/>
                    <a:pt x="5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7" y="16"/>
                    <a:pt x="15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82" name="Freeform 62"/>
            <p:cNvSpPr>
              <a:spLocks/>
            </p:cNvSpPr>
            <p:nvPr/>
          </p:nvSpPr>
          <p:spPr bwMode="auto">
            <a:xfrm>
              <a:off x="414424" y="4299827"/>
              <a:ext cx="12242" cy="36974"/>
            </a:xfrm>
            <a:custGeom>
              <a:avLst/>
              <a:gdLst>
                <a:gd name="T0" fmla="*/ 10 w 19"/>
                <a:gd name="T1" fmla="*/ 42 h 42"/>
                <a:gd name="T2" fmla="*/ 19 w 19"/>
                <a:gd name="T3" fmla="*/ 32 h 42"/>
                <a:gd name="T4" fmla="*/ 19 w 19"/>
                <a:gd name="T5" fmla="*/ 10 h 42"/>
                <a:gd name="T6" fmla="*/ 10 w 19"/>
                <a:gd name="T7" fmla="*/ 0 h 42"/>
                <a:gd name="T8" fmla="*/ 0 w 19"/>
                <a:gd name="T9" fmla="*/ 10 h 42"/>
                <a:gd name="T10" fmla="*/ 0 w 19"/>
                <a:gd name="T11" fmla="*/ 32 h 42"/>
                <a:gd name="T12" fmla="*/ 10 w 19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42">
                  <a:moveTo>
                    <a:pt x="10" y="42"/>
                  </a:moveTo>
                  <a:cubicBezTo>
                    <a:pt x="15" y="42"/>
                    <a:pt x="19" y="37"/>
                    <a:pt x="19" y="32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7"/>
                    <a:pt x="4" y="42"/>
                    <a:pt x="10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83" name="Freeform 63"/>
            <p:cNvSpPr>
              <a:spLocks/>
            </p:cNvSpPr>
            <p:nvPr/>
          </p:nvSpPr>
          <p:spPr bwMode="auto">
            <a:xfrm>
              <a:off x="369808" y="4318314"/>
              <a:ext cx="21764" cy="33277"/>
            </a:xfrm>
            <a:custGeom>
              <a:avLst/>
              <a:gdLst>
                <a:gd name="T0" fmla="*/ 16 w 34"/>
                <a:gd name="T1" fmla="*/ 35 h 38"/>
                <a:gd name="T2" fmla="*/ 23 w 34"/>
                <a:gd name="T3" fmla="*/ 38 h 38"/>
                <a:gd name="T4" fmla="*/ 29 w 34"/>
                <a:gd name="T5" fmla="*/ 37 h 38"/>
                <a:gd name="T6" fmla="*/ 31 w 34"/>
                <a:gd name="T7" fmla="*/ 23 h 38"/>
                <a:gd name="T8" fmla="*/ 18 w 34"/>
                <a:gd name="T9" fmla="*/ 5 h 38"/>
                <a:gd name="T10" fmla="*/ 5 w 34"/>
                <a:gd name="T11" fmla="*/ 3 h 38"/>
                <a:gd name="T12" fmla="*/ 3 w 34"/>
                <a:gd name="T13" fmla="*/ 17 h 38"/>
                <a:gd name="T14" fmla="*/ 16 w 34"/>
                <a:gd name="T15" fmla="*/ 3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8">
                  <a:moveTo>
                    <a:pt x="16" y="35"/>
                  </a:moveTo>
                  <a:cubicBezTo>
                    <a:pt x="18" y="37"/>
                    <a:pt x="21" y="38"/>
                    <a:pt x="23" y="38"/>
                  </a:cubicBezTo>
                  <a:cubicBezTo>
                    <a:pt x="25" y="38"/>
                    <a:pt x="27" y="38"/>
                    <a:pt x="29" y="37"/>
                  </a:cubicBezTo>
                  <a:cubicBezTo>
                    <a:pt x="33" y="34"/>
                    <a:pt x="34" y="28"/>
                    <a:pt x="31" y="23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5" y="1"/>
                    <a:pt x="9" y="0"/>
                    <a:pt x="5" y="3"/>
                  </a:cubicBezTo>
                  <a:cubicBezTo>
                    <a:pt x="0" y="6"/>
                    <a:pt x="0" y="12"/>
                    <a:pt x="3" y="17"/>
                  </a:cubicBezTo>
                  <a:lnTo>
                    <a:pt x="16" y="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84" name="Freeform 64"/>
            <p:cNvSpPr>
              <a:spLocks/>
            </p:cNvSpPr>
            <p:nvPr/>
          </p:nvSpPr>
          <p:spPr bwMode="auto">
            <a:xfrm>
              <a:off x="449246" y="4467689"/>
              <a:ext cx="22580" cy="33277"/>
            </a:xfrm>
            <a:custGeom>
              <a:avLst/>
              <a:gdLst>
                <a:gd name="T0" fmla="*/ 18 w 35"/>
                <a:gd name="T1" fmla="*/ 5 h 38"/>
                <a:gd name="T2" fmla="*/ 5 w 35"/>
                <a:gd name="T3" fmla="*/ 3 h 38"/>
                <a:gd name="T4" fmla="*/ 3 w 35"/>
                <a:gd name="T5" fmla="*/ 16 h 38"/>
                <a:gd name="T6" fmla="*/ 16 w 35"/>
                <a:gd name="T7" fmla="*/ 34 h 38"/>
                <a:gd name="T8" fmla="*/ 24 w 35"/>
                <a:gd name="T9" fmla="*/ 38 h 38"/>
                <a:gd name="T10" fmla="*/ 29 w 35"/>
                <a:gd name="T11" fmla="*/ 36 h 38"/>
                <a:gd name="T12" fmla="*/ 32 w 35"/>
                <a:gd name="T13" fmla="*/ 23 h 38"/>
                <a:gd name="T14" fmla="*/ 18 w 35"/>
                <a:gd name="T15" fmla="*/ 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38">
                  <a:moveTo>
                    <a:pt x="18" y="5"/>
                  </a:moveTo>
                  <a:cubicBezTo>
                    <a:pt x="15" y="1"/>
                    <a:pt x="9" y="0"/>
                    <a:pt x="5" y="3"/>
                  </a:cubicBezTo>
                  <a:cubicBezTo>
                    <a:pt x="1" y="6"/>
                    <a:pt x="0" y="12"/>
                    <a:pt x="3" y="16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8" y="37"/>
                    <a:pt x="21" y="38"/>
                    <a:pt x="24" y="38"/>
                  </a:cubicBezTo>
                  <a:cubicBezTo>
                    <a:pt x="26" y="38"/>
                    <a:pt x="28" y="38"/>
                    <a:pt x="29" y="36"/>
                  </a:cubicBezTo>
                  <a:cubicBezTo>
                    <a:pt x="34" y="33"/>
                    <a:pt x="35" y="27"/>
                    <a:pt x="32" y="2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85" name="Freeform 65"/>
            <p:cNvSpPr>
              <a:spLocks/>
            </p:cNvSpPr>
            <p:nvPr/>
          </p:nvSpPr>
          <p:spPr bwMode="auto">
            <a:xfrm>
              <a:off x="342059" y="4369338"/>
              <a:ext cx="27749" cy="23663"/>
            </a:xfrm>
            <a:custGeom>
              <a:avLst/>
              <a:gdLst>
                <a:gd name="T0" fmla="*/ 35 w 43"/>
                <a:gd name="T1" fmla="*/ 9 h 27"/>
                <a:gd name="T2" fmla="*/ 14 w 43"/>
                <a:gd name="T3" fmla="*/ 2 h 27"/>
                <a:gd name="T4" fmla="*/ 2 w 43"/>
                <a:gd name="T5" fmla="*/ 8 h 27"/>
                <a:gd name="T6" fmla="*/ 8 w 43"/>
                <a:gd name="T7" fmla="*/ 20 h 27"/>
                <a:gd name="T8" fmla="*/ 29 w 43"/>
                <a:gd name="T9" fmla="*/ 27 h 27"/>
                <a:gd name="T10" fmla="*/ 32 w 43"/>
                <a:gd name="T11" fmla="*/ 27 h 27"/>
                <a:gd name="T12" fmla="*/ 42 w 43"/>
                <a:gd name="T13" fmla="*/ 21 h 27"/>
                <a:gd name="T14" fmla="*/ 35 w 43"/>
                <a:gd name="T15" fmla="*/ 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27">
                  <a:moveTo>
                    <a:pt x="35" y="9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9" y="0"/>
                    <a:pt x="4" y="3"/>
                    <a:pt x="2" y="8"/>
                  </a:cubicBezTo>
                  <a:cubicBezTo>
                    <a:pt x="0" y="13"/>
                    <a:pt x="3" y="18"/>
                    <a:pt x="8" y="20"/>
                  </a:cubicBezTo>
                  <a:cubicBezTo>
                    <a:pt x="29" y="27"/>
                    <a:pt x="29" y="27"/>
                    <a:pt x="29" y="27"/>
                  </a:cubicBezTo>
                  <a:cubicBezTo>
                    <a:pt x="30" y="27"/>
                    <a:pt x="31" y="27"/>
                    <a:pt x="32" y="27"/>
                  </a:cubicBezTo>
                  <a:cubicBezTo>
                    <a:pt x="36" y="27"/>
                    <a:pt x="40" y="25"/>
                    <a:pt x="42" y="21"/>
                  </a:cubicBezTo>
                  <a:cubicBezTo>
                    <a:pt x="43" y="16"/>
                    <a:pt x="40" y="10"/>
                    <a:pt x="35" y="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86" name="Freeform 66"/>
            <p:cNvSpPr>
              <a:spLocks/>
            </p:cNvSpPr>
            <p:nvPr/>
          </p:nvSpPr>
          <p:spPr bwMode="auto">
            <a:xfrm>
              <a:off x="471010" y="4426278"/>
              <a:ext cx="27749" cy="23663"/>
            </a:xfrm>
            <a:custGeom>
              <a:avLst/>
              <a:gdLst>
                <a:gd name="T0" fmla="*/ 35 w 43"/>
                <a:gd name="T1" fmla="*/ 8 h 27"/>
                <a:gd name="T2" fmla="*/ 14 w 43"/>
                <a:gd name="T3" fmla="*/ 2 h 27"/>
                <a:gd name="T4" fmla="*/ 2 w 43"/>
                <a:gd name="T5" fmla="*/ 8 h 27"/>
                <a:gd name="T6" fmla="*/ 8 w 43"/>
                <a:gd name="T7" fmla="*/ 20 h 27"/>
                <a:gd name="T8" fmla="*/ 29 w 43"/>
                <a:gd name="T9" fmla="*/ 27 h 27"/>
                <a:gd name="T10" fmla="*/ 32 w 43"/>
                <a:gd name="T11" fmla="*/ 27 h 27"/>
                <a:gd name="T12" fmla="*/ 41 w 43"/>
                <a:gd name="T13" fmla="*/ 21 h 27"/>
                <a:gd name="T14" fmla="*/ 35 w 43"/>
                <a:gd name="T15" fmla="*/ 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27">
                  <a:moveTo>
                    <a:pt x="35" y="8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9" y="0"/>
                    <a:pt x="3" y="3"/>
                    <a:pt x="2" y="8"/>
                  </a:cubicBezTo>
                  <a:cubicBezTo>
                    <a:pt x="0" y="13"/>
                    <a:pt x="3" y="18"/>
                    <a:pt x="8" y="20"/>
                  </a:cubicBezTo>
                  <a:cubicBezTo>
                    <a:pt x="29" y="27"/>
                    <a:pt x="29" y="27"/>
                    <a:pt x="29" y="27"/>
                  </a:cubicBezTo>
                  <a:cubicBezTo>
                    <a:pt x="30" y="27"/>
                    <a:pt x="31" y="27"/>
                    <a:pt x="32" y="27"/>
                  </a:cubicBezTo>
                  <a:cubicBezTo>
                    <a:pt x="36" y="27"/>
                    <a:pt x="40" y="25"/>
                    <a:pt x="41" y="21"/>
                  </a:cubicBezTo>
                  <a:cubicBezTo>
                    <a:pt x="43" y="16"/>
                    <a:pt x="40" y="10"/>
                    <a:pt x="35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87" name="Freeform 67"/>
            <p:cNvSpPr>
              <a:spLocks/>
            </p:cNvSpPr>
            <p:nvPr/>
          </p:nvSpPr>
          <p:spPr bwMode="auto">
            <a:xfrm>
              <a:off x="342059" y="4426278"/>
              <a:ext cx="27749" cy="23663"/>
            </a:xfrm>
            <a:custGeom>
              <a:avLst/>
              <a:gdLst>
                <a:gd name="T0" fmla="*/ 29 w 43"/>
                <a:gd name="T1" fmla="*/ 2 h 27"/>
                <a:gd name="T2" fmla="*/ 8 w 43"/>
                <a:gd name="T3" fmla="*/ 8 h 27"/>
                <a:gd name="T4" fmla="*/ 2 w 43"/>
                <a:gd name="T5" fmla="*/ 21 h 27"/>
                <a:gd name="T6" fmla="*/ 11 w 43"/>
                <a:gd name="T7" fmla="*/ 27 h 27"/>
                <a:gd name="T8" fmla="*/ 14 w 43"/>
                <a:gd name="T9" fmla="*/ 27 h 27"/>
                <a:gd name="T10" fmla="*/ 35 w 43"/>
                <a:gd name="T11" fmla="*/ 20 h 27"/>
                <a:gd name="T12" fmla="*/ 42 w 43"/>
                <a:gd name="T13" fmla="*/ 8 h 27"/>
                <a:gd name="T14" fmla="*/ 29 w 43"/>
                <a:gd name="T1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27">
                  <a:moveTo>
                    <a:pt x="29" y="2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3" y="10"/>
                    <a:pt x="0" y="16"/>
                    <a:pt x="2" y="21"/>
                  </a:cubicBezTo>
                  <a:cubicBezTo>
                    <a:pt x="3" y="25"/>
                    <a:pt x="7" y="27"/>
                    <a:pt x="11" y="27"/>
                  </a:cubicBezTo>
                  <a:cubicBezTo>
                    <a:pt x="12" y="27"/>
                    <a:pt x="13" y="27"/>
                    <a:pt x="14" y="27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40" y="18"/>
                    <a:pt x="43" y="13"/>
                    <a:pt x="42" y="8"/>
                  </a:cubicBezTo>
                  <a:cubicBezTo>
                    <a:pt x="40" y="3"/>
                    <a:pt x="35" y="0"/>
                    <a:pt x="29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88" name="Freeform 68"/>
            <p:cNvSpPr>
              <a:spLocks/>
            </p:cNvSpPr>
            <p:nvPr/>
          </p:nvSpPr>
          <p:spPr bwMode="auto">
            <a:xfrm>
              <a:off x="471010" y="4369338"/>
              <a:ext cx="27749" cy="23663"/>
            </a:xfrm>
            <a:custGeom>
              <a:avLst/>
              <a:gdLst>
                <a:gd name="T0" fmla="*/ 11 w 43"/>
                <a:gd name="T1" fmla="*/ 27 h 27"/>
                <a:gd name="T2" fmla="*/ 14 w 43"/>
                <a:gd name="T3" fmla="*/ 27 h 27"/>
                <a:gd name="T4" fmla="*/ 35 w 43"/>
                <a:gd name="T5" fmla="*/ 20 h 27"/>
                <a:gd name="T6" fmla="*/ 41 w 43"/>
                <a:gd name="T7" fmla="*/ 8 h 27"/>
                <a:gd name="T8" fmla="*/ 29 w 43"/>
                <a:gd name="T9" fmla="*/ 2 h 27"/>
                <a:gd name="T10" fmla="*/ 8 w 43"/>
                <a:gd name="T11" fmla="*/ 9 h 27"/>
                <a:gd name="T12" fmla="*/ 2 w 43"/>
                <a:gd name="T13" fmla="*/ 21 h 27"/>
                <a:gd name="T14" fmla="*/ 11 w 43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27">
                  <a:moveTo>
                    <a:pt x="11" y="27"/>
                  </a:moveTo>
                  <a:cubicBezTo>
                    <a:pt x="12" y="27"/>
                    <a:pt x="13" y="27"/>
                    <a:pt x="14" y="27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40" y="18"/>
                    <a:pt x="43" y="13"/>
                    <a:pt x="41" y="8"/>
                  </a:cubicBezTo>
                  <a:cubicBezTo>
                    <a:pt x="39" y="3"/>
                    <a:pt x="34" y="0"/>
                    <a:pt x="29" y="2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3" y="10"/>
                    <a:pt x="0" y="16"/>
                    <a:pt x="2" y="21"/>
                  </a:cubicBezTo>
                  <a:cubicBezTo>
                    <a:pt x="3" y="25"/>
                    <a:pt x="7" y="27"/>
                    <a:pt x="11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89" name="Freeform 69"/>
            <p:cNvSpPr>
              <a:spLocks/>
            </p:cNvSpPr>
            <p:nvPr/>
          </p:nvSpPr>
          <p:spPr bwMode="auto">
            <a:xfrm>
              <a:off x="368992" y="4467689"/>
              <a:ext cx="22580" cy="33277"/>
            </a:xfrm>
            <a:custGeom>
              <a:avLst/>
              <a:gdLst>
                <a:gd name="T0" fmla="*/ 17 w 35"/>
                <a:gd name="T1" fmla="*/ 5 h 38"/>
                <a:gd name="T2" fmla="*/ 4 w 35"/>
                <a:gd name="T3" fmla="*/ 23 h 38"/>
                <a:gd name="T4" fmla="*/ 6 w 35"/>
                <a:gd name="T5" fmla="*/ 36 h 38"/>
                <a:gd name="T6" fmla="*/ 11 w 35"/>
                <a:gd name="T7" fmla="*/ 38 h 38"/>
                <a:gd name="T8" fmla="*/ 19 w 35"/>
                <a:gd name="T9" fmla="*/ 34 h 38"/>
                <a:gd name="T10" fmla="*/ 32 w 35"/>
                <a:gd name="T11" fmla="*/ 16 h 38"/>
                <a:gd name="T12" fmla="*/ 30 w 35"/>
                <a:gd name="T13" fmla="*/ 3 h 38"/>
                <a:gd name="T14" fmla="*/ 17 w 35"/>
                <a:gd name="T15" fmla="*/ 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38">
                  <a:moveTo>
                    <a:pt x="17" y="5"/>
                  </a:moveTo>
                  <a:cubicBezTo>
                    <a:pt x="4" y="23"/>
                    <a:pt x="4" y="23"/>
                    <a:pt x="4" y="23"/>
                  </a:cubicBezTo>
                  <a:cubicBezTo>
                    <a:pt x="0" y="27"/>
                    <a:pt x="1" y="33"/>
                    <a:pt x="6" y="36"/>
                  </a:cubicBezTo>
                  <a:cubicBezTo>
                    <a:pt x="7" y="38"/>
                    <a:pt x="9" y="38"/>
                    <a:pt x="11" y="38"/>
                  </a:cubicBezTo>
                  <a:cubicBezTo>
                    <a:pt x="14" y="38"/>
                    <a:pt x="17" y="37"/>
                    <a:pt x="19" y="34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5" y="12"/>
                    <a:pt x="34" y="6"/>
                    <a:pt x="30" y="3"/>
                  </a:cubicBezTo>
                  <a:cubicBezTo>
                    <a:pt x="26" y="0"/>
                    <a:pt x="20" y="1"/>
                    <a:pt x="17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90" name="Freeform 70"/>
            <p:cNvSpPr>
              <a:spLocks/>
            </p:cNvSpPr>
            <p:nvPr/>
          </p:nvSpPr>
          <p:spPr bwMode="auto">
            <a:xfrm>
              <a:off x="449246" y="4318314"/>
              <a:ext cx="22580" cy="33277"/>
            </a:xfrm>
            <a:custGeom>
              <a:avLst/>
              <a:gdLst>
                <a:gd name="T0" fmla="*/ 16 w 35"/>
                <a:gd name="T1" fmla="*/ 5 h 38"/>
                <a:gd name="T2" fmla="*/ 3 w 35"/>
                <a:gd name="T3" fmla="*/ 23 h 38"/>
                <a:gd name="T4" fmla="*/ 5 w 35"/>
                <a:gd name="T5" fmla="*/ 37 h 38"/>
                <a:gd name="T6" fmla="*/ 11 w 35"/>
                <a:gd name="T7" fmla="*/ 38 h 38"/>
                <a:gd name="T8" fmla="*/ 18 w 35"/>
                <a:gd name="T9" fmla="*/ 35 h 38"/>
                <a:gd name="T10" fmla="*/ 32 w 35"/>
                <a:gd name="T11" fmla="*/ 17 h 38"/>
                <a:gd name="T12" fmla="*/ 29 w 35"/>
                <a:gd name="T13" fmla="*/ 3 h 38"/>
                <a:gd name="T14" fmla="*/ 16 w 35"/>
                <a:gd name="T15" fmla="*/ 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38">
                  <a:moveTo>
                    <a:pt x="16" y="5"/>
                  </a:moveTo>
                  <a:cubicBezTo>
                    <a:pt x="3" y="23"/>
                    <a:pt x="3" y="23"/>
                    <a:pt x="3" y="23"/>
                  </a:cubicBezTo>
                  <a:cubicBezTo>
                    <a:pt x="0" y="28"/>
                    <a:pt x="1" y="34"/>
                    <a:pt x="5" y="37"/>
                  </a:cubicBezTo>
                  <a:cubicBezTo>
                    <a:pt x="7" y="38"/>
                    <a:pt x="9" y="38"/>
                    <a:pt x="11" y="38"/>
                  </a:cubicBezTo>
                  <a:cubicBezTo>
                    <a:pt x="14" y="38"/>
                    <a:pt x="17" y="37"/>
                    <a:pt x="18" y="35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5" y="12"/>
                    <a:pt x="34" y="6"/>
                    <a:pt x="29" y="3"/>
                  </a:cubicBezTo>
                  <a:cubicBezTo>
                    <a:pt x="25" y="0"/>
                    <a:pt x="19" y="1"/>
                    <a:pt x="16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91" name="Freeform 71"/>
            <p:cNvSpPr>
              <a:spLocks/>
            </p:cNvSpPr>
            <p:nvPr/>
          </p:nvSpPr>
          <p:spPr bwMode="auto">
            <a:xfrm>
              <a:off x="375521" y="4349742"/>
              <a:ext cx="89776" cy="147526"/>
            </a:xfrm>
            <a:custGeom>
              <a:avLst/>
              <a:gdLst>
                <a:gd name="T0" fmla="*/ 139 w 139"/>
                <a:gd name="T1" fmla="*/ 69 h 168"/>
                <a:gd name="T2" fmla="*/ 70 w 139"/>
                <a:gd name="T3" fmla="*/ 0 h 168"/>
                <a:gd name="T4" fmla="*/ 0 w 139"/>
                <a:gd name="T5" fmla="*/ 69 h 168"/>
                <a:gd name="T6" fmla="*/ 15 w 139"/>
                <a:gd name="T7" fmla="*/ 112 h 168"/>
                <a:gd name="T8" fmla="*/ 38 w 139"/>
                <a:gd name="T9" fmla="*/ 145 h 168"/>
                <a:gd name="T10" fmla="*/ 38 w 139"/>
                <a:gd name="T11" fmla="*/ 168 h 168"/>
                <a:gd name="T12" fmla="*/ 101 w 139"/>
                <a:gd name="T13" fmla="*/ 168 h 168"/>
                <a:gd name="T14" fmla="*/ 101 w 139"/>
                <a:gd name="T15" fmla="*/ 145 h 168"/>
                <a:gd name="T16" fmla="*/ 124 w 139"/>
                <a:gd name="T17" fmla="*/ 112 h 168"/>
                <a:gd name="T18" fmla="*/ 139 w 139"/>
                <a:gd name="T19" fmla="*/ 69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9" h="168">
                  <a:moveTo>
                    <a:pt x="139" y="69"/>
                  </a:moveTo>
                  <a:cubicBezTo>
                    <a:pt x="139" y="31"/>
                    <a:pt x="108" y="0"/>
                    <a:pt x="70" y="0"/>
                  </a:cubicBezTo>
                  <a:cubicBezTo>
                    <a:pt x="31" y="0"/>
                    <a:pt x="0" y="31"/>
                    <a:pt x="0" y="69"/>
                  </a:cubicBezTo>
                  <a:cubicBezTo>
                    <a:pt x="0" y="85"/>
                    <a:pt x="6" y="100"/>
                    <a:pt x="15" y="112"/>
                  </a:cubicBezTo>
                  <a:cubicBezTo>
                    <a:pt x="23" y="122"/>
                    <a:pt x="31" y="133"/>
                    <a:pt x="38" y="145"/>
                  </a:cubicBezTo>
                  <a:cubicBezTo>
                    <a:pt x="38" y="168"/>
                    <a:pt x="38" y="168"/>
                    <a:pt x="38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45"/>
                    <a:pt x="101" y="145"/>
                    <a:pt x="101" y="145"/>
                  </a:cubicBezTo>
                  <a:cubicBezTo>
                    <a:pt x="108" y="134"/>
                    <a:pt x="116" y="122"/>
                    <a:pt x="124" y="112"/>
                  </a:cubicBezTo>
                  <a:cubicBezTo>
                    <a:pt x="133" y="100"/>
                    <a:pt x="139" y="85"/>
                    <a:pt x="139" y="6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6945608" y="1255454"/>
            <a:ext cx="2851540" cy="449822"/>
          </a:xfrm>
          <a:prstGeom prst="rect">
            <a:avLst/>
          </a:prstGeom>
        </p:spPr>
        <p:txBody>
          <a:bodyPr vert="horz" wrap="none" lIns="9000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⑥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Successful model</a:t>
            </a:r>
          </a:p>
        </p:txBody>
      </p:sp>
      <p:pic>
        <p:nvPicPr>
          <p:cNvPr id="93" name="Picture 11" descr="C:\Users\Ancil\Desktop\2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849" y="5304578"/>
            <a:ext cx="817295" cy="81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Down Arrow 93"/>
          <p:cNvSpPr/>
          <p:nvPr/>
        </p:nvSpPr>
        <p:spPr>
          <a:xfrm rot="10800000">
            <a:off x="5827270" y="2273426"/>
            <a:ext cx="418013" cy="43107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3546836" y="3237586"/>
            <a:ext cx="737086" cy="710185"/>
            <a:chOff x="4289425" y="693738"/>
            <a:chExt cx="434975" cy="419100"/>
          </a:xfrm>
          <a:solidFill>
            <a:schemeClr val="bg1"/>
          </a:solidFill>
        </p:grpSpPr>
        <p:sp>
          <p:nvSpPr>
            <p:cNvPr id="95" name="Freeform 45"/>
            <p:cNvSpPr>
              <a:spLocks noEditPoints="1"/>
            </p:cNvSpPr>
            <p:nvPr/>
          </p:nvSpPr>
          <p:spPr bwMode="auto">
            <a:xfrm>
              <a:off x="4418013" y="693738"/>
              <a:ext cx="290513" cy="260350"/>
            </a:xfrm>
            <a:custGeom>
              <a:avLst/>
              <a:gdLst>
                <a:gd name="T0" fmla="*/ 592 w 1329"/>
                <a:gd name="T1" fmla="*/ 5 h 1199"/>
                <a:gd name="T2" fmla="*/ 540 w 1329"/>
                <a:gd name="T3" fmla="*/ 124 h 1199"/>
                <a:gd name="T4" fmla="*/ 406 w 1329"/>
                <a:gd name="T5" fmla="*/ 199 h 1199"/>
                <a:gd name="T6" fmla="*/ 326 w 1329"/>
                <a:gd name="T7" fmla="*/ 150 h 1199"/>
                <a:gd name="T8" fmla="*/ 147 w 1329"/>
                <a:gd name="T9" fmla="*/ 250 h 1199"/>
                <a:gd name="T10" fmla="*/ 194 w 1329"/>
                <a:gd name="T11" fmla="*/ 369 h 1199"/>
                <a:gd name="T12" fmla="*/ 153 w 1329"/>
                <a:gd name="T13" fmla="*/ 517 h 1199"/>
                <a:gd name="T14" fmla="*/ 62 w 1329"/>
                <a:gd name="T15" fmla="*/ 540 h 1199"/>
                <a:gd name="T16" fmla="*/ 0 w 1329"/>
                <a:gd name="T17" fmla="*/ 664 h 1199"/>
                <a:gd name="T18" fmla="*/ 62 w 1329"/>
                <a:gd name="T19" fmla="*/ 788 h 1199"/>
                <a:gd name="T20" fmla="*/ 153 w 1329"/>
                <a:gd name="T21" fmla="*/ 811 h 1199"/>
                <a:gd name="T22" fmla="*/ 194 w 1329"/>
                <a:gd name="T23" fmla="*/ 959 h 1199"/>
                <a:gd name="T24" fmla="*/ 137 w 1329"/>
                <a:gd name="T25" fmla="*/ 1026 h 1199"/>
                <a:gd name="T26" fmla="*/ 670 w 1329"/>
                <a:gd name="T27" fmla="*/ 1169 h 1199"/>
                <a:gd name="T28" fmla="*/ 812 w 1329"/>
                <a:gd name="T29" fmla="*/ 1176 h 1199"/>
                <a:gd name="T30" fmla="*/ 959 w 1329"/>
                <a:gd name="T31" fmla="*/ 1134 h 1199"/>
                <a:gd name="T32" fmla="*/ 1078 w 1329"/>
                <a:gd name="T33" fmla="*/ 1181 h 1199"/>
                <a:gd name="T34" fmla="*/ 1179 w 1329"/>
                <a:gd name="T35" fmla="*/ 1003 h 1199"/>
                <a:gd name="T36" fmla="*/ 1130 w 1329"/>
                <a:gd name="T37" fmla="*/ 922 h 1199"/>
                <a:gd name="T38" fmla="*/ 1205 w 1329"/>
                <a:gd name="T39" fmla="*/ 788 h 1199"/>
                <a:gd name="T40" fmla="*/ 1324 w 1329"/>
                <a:gd name="T41" fmla="*/ 736 h 1199"/>
                <a:gd name="T42" fmla="*/ 1324 w 1329"/>
                <a:gd name="T43" fmla="*/ 592 h 1199"/>
                <a:gd name="T44" fmla="*/ 1205 w 1329"/>
                <a:gd name="T45" fmla="*/ 540 h 1199"/>
                <a:gd name="T46" fmla="*/ 1130 w 1329"/>
                <a:gd name="T47" fmla="*/ 405 h 1199"/>
                <a:gd name="T48" fmla="*/ 1179 w 1329"/>
                <a:gd name="T49" fmla="*/ 325 h 1199"/>
                <a:gd name="T50" fmla="*/ 1078 w 1329"/>
                <a:gd name="T51" fmla="*/ 147 h 1199"/>
                <a:gd name="T52" fmla="*/ 959 w 1329"/>
                <a:gd name="T53" fmla="*/ 194 h 1199"/>
                <a:gd name="T54" fmla="*/ 812 w 1329"/>
                <a:gd name="T55" fmla="*/ 152 h 1199"/>
                <a:gd name="T56" fmla="*/ 788 w 1329"/>
                <a:gd name="T57" fmla="*/ 62 h 1199"/>
                <a:gd name="T58" fmla="*/ 664 w 1329"/>
                <a:gd name="T59" fmla="*/ 0 h 1199"/>
                <a:gd name="T60" fmla="*/ 1011 w 1329"/>
                <a:gd name="T61" fmla="*/ 664 h 1199"/>
                <a:gd name="T62" fmla="*/ 318 w 1329"/>
                <a:gd name="T63" fmla="*/ 66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29" h="1199">
                  <a:moveTo>
                    <a:pt x="664" y="0"/>
                  </a:moveTo>
                  <a:cubicBezTo>
                    <a:pt x="641" y="0"/>
                    <a:pt x="615" y="2"/>
                    <a:pt x="592" y="5"/>
                  </a:cubicBezTo>
                  <a:cubicBezTo>
                    <a:pt x="561" y="10"/>
                    <a:pt x="540" y="33"/>
                    <a:pt x="540" y="62"/>
                  </a:cubicBezTo>
                  <a:cubicBezTo>
                    <a:pt x="540" y="124"/>
                    <a:pt x="540" y="124"/>
                    <a:pt x="540" y="124"/>
                  </a:cubicBezTo>
                  <a:cubicBezTo>
                    <a:pt x="540" y="137"/>
                    <a:pt x="530" y="150"/>
                    <a:pt x="517" y="152"/>
                  </a:cubicBezTo>
                  <a:cubicBezTo>
                    <a:pt x="478" y="165"/>
                    <a:pt x="440" y="181"/>
                    <a:pt x="406" y="199"/>
                  </a:cubicBezTo>
                  <a:cubicBezTo>
                    <a:pt x="396" y="206"/>
                    <a:pt x="380" y="204"/>
                    <a:pt x="370" y="194"/>
                  </a:cubicBezTo>
                  <a:cubicBezTo>
                    <a:pt x="326" y="150"/>
                    <a:pt x="326" y="150"/>
                    <a:pt x="326" y="150"/>
                  </a:cubicBezTo>
                  <a:cubicBezTo>
                    <a:pt x="305" y="131"/>
                    <a:pt x="274" y="129"/>
                    <a:pt x="251" y="147"/>
                  </a:cubicBezTo>
                  <a:cubicBezTo>
                    <a:pt x="212" y="178"/>
                    <a:pt x="178" y="212"/>
                    <a:pt x="147" y="250"/>
                  </a:cubicBezTo>
                  <a:cubicBezTo>
                    <a:pt x="129" y="274"/>
                    <a:pt x="129" y="305"/>
                    <a:pt x="150" y="325"/>
                  </a:cubicBezTo>
                  <a:cubicBezTo>
                    <a:pt x="194" y="369"/>
                    <a:pt x="194" y="369"/>
                    <a:pt x="194" y="369"/>
                  </a:cubicBezTo>
                  <a:cubicBezTo>
                    <a:pt x="204" y="380"/>
                    <a:pt x="207" y="392"/>
                    <a:pt x="199" y="405"/>
                  </a:cubicBezTo>
                  <a:cubicBezTo>
                    <a:pt x="178" y="442"/>
                    <a:pt x="163" y="478"/>
                    <a:pt x="153" y="517"/>
                  </a:cubicBezTo>
                  <a:cubicBezTo>
                    <a:pt x="150" y="530"/>
                    <a:pt x="137" y="540"/>
                    <a:pt x="124" y="540"/>
                  </a:cubicBezTo>
                  <a:cubicBezTo>
                    <a:pt x="62" y="540"/>
                    <a:pt x="62" y="540"/>
                    <a:pt x="62" y="540"/>
                  </a:cubicBezTo>
                  <a:cubicBezTo>
                    <a:pt x="31" y="542"/>
                    <a:pt x="8" y="563"/>
                    <a:pt x="5" y="592"/>
                  </a:cubicBezTo>
                  <a:cubicBezTo>
                    <a:pt x="3" y="615"/>
                    <a:pt x="0" y="638"/>
                    <a:pt x="0" y="664"/>
                  </a:cubicBezTo>
                  <a:cubicBezTo>
                    <a:pt x="0" y="687"/>
                    <a:pt x="3" y="713"/>
                    <a:pt x="5" y="736"/>
                  </a:cubicBezTo>
                  <a:cubicBezTo>
                    <a:pt x="10" y="767"/>
                    <a:pt x="34" y="788"/>
                    <a:pt x="62" y="788"/>
                  </a:cubicBezTo>
                  <a:cubicBezTo>
                    <a:pt x="124" y="788"/>
                    <a:pt x="124" y="788"/>
                    <a:pt x="124" y="788"/>
                  </a:cubicBezTo>
                  <a:cubicBezTo>
                    <a:pt x="137" y="788"/>
                    <a:pt x="150" y="798"/>
                    <a:pt x="153" y="811"/>
                  </a:cubicBezTo>
                  <a:cubicBezTo>
                    <a:pt x="165" y="850"/>
                    <a:pt x="181" y="889"/>
                    <a:pt x="199" y="922"/>
                  </a:cubicBezTo>
                  <a:cubicBezTo>
                    <a:pt x="207" y="933"/>
                    <a:pt x="204" y="948"/>
                    <a:pt x="194" y="959"/>
                  </a:cubicBezTo>
                  <a:cubicBezTo>
                    <a:pt x="150" y="1003"/>
                    <a:pt x="150" y="1003"/>
                    <a:pt x="150" y="1003"/>
                  </a:cubicBezTo>
                  <a:cubicBezTo>
                    <a:pt x="144" y="1010"/>
                    <a:pt x="140" y="1018"/>
                    <a:pt x="137" y="1026"/>
                  </a:cubicBezTo>
                  <a:cubicBezTo>
                    <a:pt x="255" y="1031"/>
                    <a:pt x="370" y="1066"/>
                    <a:pt x="474" y="1121"/>
                  </a:cubicBezTo>
                  <a:cubicBezTo>
                    <a:pt x="533" y="1157"/>
                    <a:pt x="602" y="1166"/>
                    <a:pt x="670" y="1169"/>
                  </a:cubicBezTo>
                  <a:cubicBezTo>
                    <a:pt x="712" y="1173"/>
                    <a:pt x="755" y="1177"/>
                    <a:pt x="798" y="1183"/>
                  </a:cubicBezTo>
                  <a:cubicBezTo>
                    <a:pt x="802" y="1179"/>
                    <a:pt x="807" y="1177"/>
                    <a:pt x="812" y="1176"/>
                  </a:cubicBezTo>
                  <a:cubicBezTo>
                    <a:pt x="851" y="1163"/>
                    <a:pt x="889" y="1147"/>
                    <a:pt x="923" y="1129"/>
                  </a:cubicBezTo>
                  <a:cubicBezTo>
                    <a:pt x="933" y="1122"/>
                    <a:pt x="949" y="1124"/>
                    <a:pt x="959" y="1134"/>
                  </a:cubicBezTo>
                  <a:cubicBezTo>
                    <a:pt x="1003" y="1178"/>
                    <a:pt x="1003" y="1178"/>
                    <a:pt x="1003" y="1178"/>
                  </a:cubicBezTo>
                  <a:cubicBezTo>
                    <a:pt x="1024" y="1196"/>
                    <a:pt x="1055" y="1199"/>
                    <a:pt x="1078" y="1181"/>
                  </a:cubicBezTo>
                  <a:cubicBezTo>
                    <a:pt x="1117" y="1150"/>
                    <a:pt x="1150" y="1116"/>
                    <a:pt x="1181" y="1078"/>
                  </a:cubicBezTo>
                  <a:cubicBezTo>
                    <a:pt x="1199" y="1054"/>
                    <a:pt x="1199" y="1023"/>
                    <a:pt x="1179" y="1003"/>
                  </a:cubicBezTo>
                  <a:cubicBezTo>
                    <a:pt x="1135" y="959"/>
                    <a:pt x="1135" y="959"/>
                    <a:pt x="1135" y="959"/>
                  </a:cubicBezTo>
                  <a:cubicBezTo>
                    <a:pt x="1124" y="948"/>
                    <a:pt x="1122" y="935"/>
                    <a:pt x="1130" y="922"/>
                  </a:cubicBezTo>
                  <a:cubicBezTo>
                    <a:pt x="1150" y="886"/>
                    <a:pt x="1166" y="850"/>
                    <a:pt x="1176" y="811"/>
                  </a:cubicBezTo>
                  <a:cubicBezTo>
                    <a:pt x="1179" y="798"/>
                    <a:pt x="1192" y="788"/>
                    <a:pt x="1205" y="788"/>
                  </a:cubicBezTo>
                  <a:cubicBezTo>
                    <a:pt x="1267" y="788"/>
                    <a:pt x="1267" y="788"/>
                    <a:pt x="1267" y="788"/>
                  </a:cubicBezTo>
                  <a:cubicBezTo>
                    <a:pt x="1298" y="785"/>
                    <a:pt x="1321" y="765"/>
                    <a:pt x="1324" y="736"/>
                  </a:cubicBezTo>
                  <a:cubicBezTo>
                    <a:pt x="1326" y="713"/>
                    <a:pt x="1329" y="690"/>
                    <a:pt x="1329" y="664"/>
                  </a:cubicBezTo>
                  <a:cubicBezTo>
                    <a:pt x="1329" y="641"/>
                    <a:pt x="1326" y="615"/>
                    <a:pt x="1324" y="592"/>
                  </a:cubicBezTo>
                  <a:cubicBezTo>
                    <a:pt x="1318" y="560"/>
                    <a:pt x="1295" y="540"/>
                    <a:pt x="1267" y="540"/>
                  </a:cubicBezTo>
                  <a:cubicBezTo>
                    <a:pt x="1205" y="540"/>
                    <a:pt x="1205" y="540"/>
                    <a:pt x="1205" y="540"/>
                  </a:cubicBezTo>
                  <a:cubicBezTo>
                    <a:pt x="1192" y="540"/>
                    <a:pt x="1179" y="530"/>
                    <a:pt x="1176" y="517"/>
                  </a:cubicBezTo>
                  <a:cubicBezTo>
                    <a:pt x="1163" y="478"/>
                    <a:pt x="1148" y="439"/>
                    <a:pt x="1130" y="405"/>
                  </a:cubicBezTo>
                  <a:cubicBezTo>
                    <a:pt x="1122" y="395"/>
                    <a:pt x="1124" y="380"/>
                    <a:pt x="1135" y="369"/>
                  </a:cubicBezTo>
                  <a:cubicBezTo>
                    <a:pt x="1179" y="325"/>
                    <a:pt x="1179" y="325"/>
                    <a:pt x="1179" y="325"/>
                  </a:cubicBezTo>
                  <a:cubicBezTo>
                    <a:pt x="1197" y="305"/>
                    <a:pt x="1199" y="274"/>
                    <a:pt x="1181" y="250"/>
                  </a:cubicBezTo>
                  <a:cubicBezTo>
                    <a:pt x="1150" y="212"/>
                    <a:pt x="1117" y="178"/>
                    <a:pt x="1078" y="147"/>
                  </a:cubicBezTo>
                  <a:cubicBezTo>
                    <a:pt x="1055" y="129"/>
                    <a:pt x="1024" y="129"/>
                    <a:pt x="1003" y="150"/>
                  </a:cubicBezTo>
                  <a:cubicBezTo>
                    <a:pt x="959" y="194"/>
                    <a:pt x="959" y="194"/>
                    <a:pt x="959" y="194"/>
                  </a:cubicBezTo>
                  <a:cubicBezTo>
                    <a:pt x="949" y="204"/>
                    <a:pt x="936" y="206"/>
                    <a:pt x="923" y="199"/>
                  </a:cubicBezTo>
                  <a:cubicBezTo>
                    <a:pt x="887" y="178"/>
                    <a:pt x="851" y="162"/>
                    <a:pt x="812" y="152"/>
                  </a:cubicBezTo>
                  <a:cubicBezTo>
                    <a:pt x="799" y="150"/>
                    <a:pt x="788" y="137"/>
                    <a:pt x="788" y="124"/>
                  </a:cubicBezTo>
                  <a:cubicBezTo>
                    <a:pt x="788" y="62"/>
                    <a:pt x="788" y="62"/>
                    <a:pt x="788" y="62"/>
                  </a:cubicBezTo>
                  <a:cubicBezTo>
                    <a:pt x="786" y="31"/>
                    <a:pt x="765" y="7"/>
                    <a:pt x="737" y="5"/>
                  </a:cubicBezTo>
                  <a:cubicBezTo>
                    <a:pt x="714" y="2"/>
                    <a:pt x="690" y="0"/>
                    <a:pt x="664" y="0"/>
                  </a:cubicBezTo>
                  <a:close/>
                  <a:moveTo>
                    <a:pt x="664" y="318"/>
                  </a:moveTo>
                  <a:cubicBezTo>
                    <a:pt x="856" y="318"/>
                    <a:pt x="1011" y="473"/>
                    <a:pt x="1011" y="664"/>
                  </a:cubicBezTo>
                  <a:cubicBezTo>
                    <a:pt x="1011" y="855"/>
                    <a:pt x="856" y="1010"/>
                    <a:pt x="664" y="1010"/>
                  </a:cubicBezTo>
                  <a:cubicBezTo>
                    <a:pt x="473" y="1010"/>
                    <a:pt x="318" y="855"/>
                    <a:pt x="318" y="664"/>
                  </a:cubicBezTo>
                  <a:cubicBezTo>
                    <a:pt x="318" y="473"/>
                    <a:pt x="473" y="318"/>
                    <a:pt x="664" y="3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Freeform 46"/>
            <p:cNvSpPr>
              <a:spLocks/>
            </p:cNvSpPr>
            <p:nvPr/>
          </p:nvSpPr>
          <p:spPr bwMode="auto">
            <a:xfrm>
              <a:off x="4289425" y="928688"/>
              <a:ext cx="434975" cy="184150"/>
            </a:xfrm>
            <a:custGeom>
              <a:avLst/>
              <a:gdLst>
                <a:gd name="T0" fmla="*/ 681 w 1989"/>
                <a:gd name="T1" fmla="*/ 0 h 840"/>
                <a:gd name="T2" fmla="*/ 340 w 1989"/>
                <a:gd name="T3" fmla="*/ 54 h 840"/>
                <a:gd name="T4" fmla="*/ 28 w 1989"/>
                <a:gd name="T5" fmla="*/ 62 h 840"/>
                <a:gd name="T6" fmla="*/ 0 w 1989"/>
                <a:gd name="T7" fmla="*/ 100 h 840"/>
                <a:gd name="T8" fmla="*/ 0 w 1989"/>
                <a:gd name="T9" fmla="*/ 496 h 840"/>
                <a:gd name="T10" fmla="*/ 42 w 1989"/>
                <a:gd name="T11" fmla="*/ 543 h 840"/>
                <a:gd name="T12" fmla="*/ 345 w 1989"/>
                <a:gd name="T13" fmla="*/ 545 h 840"/>
                <a:gd name="T14" fmla="*/ 437 w 1989"/>
                <a:gd name="T15" fmla="*/ 565 h 840"/>
                <a:gd name="T16" fmla="*/ 511 w 1989"/>
                <a:gd name="T17" fmla="*/ 597 h 840"/>
                <a:gd name="T18" fmla="*/ 710 w 1989"/>
                <a:gd name="T19" fmla="*/ 692 h 840"/>
                <a:gd name="T20" fmla="*/ 914 w 1989"/>
                <a:gd name="T21" fmla="*/ 787 h 840"/>
                <a:gd name="T22" fmla="*/ 1058 w 1989"/>
                <a:gd name="T23" fmla="*/ 836 h 840"/>
                <a:gd name="T24" fmla="*/ 1325 w 1989"/>
                <a:gd name="T25" fmla="*/ 807 h 840"/>
                <a:gd name="T26" fmla="*/ 1565 w 1989"/>
                <a:gd name="T27" fmla="*/ 771 h 840"/>
                <a:gd name="T28" fmla="*/ 1764 w 1989"/>
                <a:gd name="T29" fmla="*/ 674 h 840"/>
                <a:gd name="T30" fmla="*/ 1948 w 1989"/>
                <a:gd name="T31" fmla="*/ 541 h 840"/>
                <a:gd name="T32" fmla="*/ 1984 w 1989"/>
                <a:gd name="T33" fmla="*/ 463 h 840"/>
                <a:gd name="T34" fmla="*/ 1949 w 1989"/>
                <a:gd name="T35" fmla="*/ 431 h 840"/>
                <a:gd name="T36" fmla="*/ 1984 w 1989"/>
                <a:gd name="T37" fmla="*/ 383 h 840"/>
                <a:gd name="T38" fmla="*/ 1895 w 1989"/>
                <a:gd name="T39" fmla="*/ 303 h 840"/>
                <a:gd name="T40" fmla="*/ 1706 w 1989"/>
                <a:gd name="T41" fmla="*/ 383 h 840"/>
                <a:gd name="T42" fmla="*/ 1491 w 1989"/>
                <a:gd name="T43" fmla="*/ 471 h 840"/>
                <a:gd name="T44" fmla="*/ 1187 w 1989"/>
                <a:gd name="T45" fmla="*/ 462 h 840"/>
                <a:gd name="T46" fmla="*/ 1109 w 1989"/>
                <a:gd name="T47" fmla="*/ 430 h 840"/>
                <a:gd name="T48" fmla="*/ 1066 w 1989"/>
                <a:gd name="T49" fmla="*/ 413 h 840"/>
                <a:gd name="T50" fmla="*/ 1039 w 1989"/>
                <a:gd name="T51" fmla="*/ 404 h 840"/>
                <a:gd name="T52" fmla="*/ 1174 w 1989"/>
                <a:gd name="T53" fmla="*/ 398 h 840"/>
                <a:gd name="T54" fmla="*/ 1495 w 1989"/>
                <a:gd name="T55" fmla="*/ 419 h 840"/>
                <a:gd name="T56" fmla="*/ 1574 w 1989"/>
                <a:gd name="T57" fmla="*/ 404 h 840"/>
                <a:gd name="T58" fmla="*/ 1621 w 1989"/>
                <a:gd name="T59" fmla="*/ 350 h 840"/>
                <a:gd name="T60" fmla="*/ 1620 w 1989"/>
                <a:gd name="T61" fmla="*/ 245 h 840"/>
                <a:gd name="T62" fmla="*/ 1507 w 1989"/>
                <a:gd name="T63" fmla="*/ 183 h 840"/>
                <a:gd name="T64" fmla="*/ 1364 w 1989"/>
                <a:gd name="T65" fmla="*/ 154 h 840"/>
                <a:gd name="T66" fmla="*/ 1129 w 1989"/>
                <a:gd name="T67" fmla="*/ 129 h 840"/>
                <a:gd name="T68" fmla="*/ 1000 w 1989"/>
                <a:gd name="T69" fmla="*/ 71 h 840"/>
                <a:gd name="T70" fmla="*/ 760 w 1989"/>
                <a:gd name="T71" fmla="*/ 3 h 840"/>
                <a:gd name="T72" fmla="*/ 681 w 1989"/>
                <a:gd name="T73" fmla="*/ 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989" h="840">
                  <a:moveTo>
                    <a:pt x="681" y="0"/>
                  </a:moveTo>
                  <a:cubicBezTo>
                    <a:pt x="539" y="2"/>
                    <a:pt x="398" y="40"/>
                    <a:pt x="340" y="54"/>
                  </a:cubicBezTo>
                  <a:cubicBezTo>
                    <a:pt x="258" y="74"/>
                    <a:pt x="43" y="57"/>
                    <a:pt x="28" y="62"/>
                  </a:cubicBezTo>
                  <a:cubicBezTo>
                    <a:pt x="12" y="67"/>
                    <a:pt x="0" y="83"/>
                    <a:pt x="0" y="100"/>
                  </a:cubicBezTo>
                  <a:cubicBezTo>
                    <a:pt x="0" y="496"/>
                    <a:pt x="0" y="496"/>
                    <a:pt x="0" y="496"/>
                  </a:cubicBezTo>
                  <a:cubicBezTo>
                    <a:pt x="1" y="523"/>
                    <a:pt x="18" y="541"/>
                    <a:pt x="42" y="543"/>
                  </a:cubicBezTo>
                  <a:cubicBezTo>
                    <a:pt x="66" y="543"/>
                    <a:pt x="269" y="544"/>
                    <a:pt x="345" y="545"/>
                  </a:cubicBezTo>
                  <a:cubicBezTo>
                    <a:pt x="380" y="548"/>
                    <a:pt x="408" y="553"/>
                    <a:pt x="437" y="565"/>
                  </a:cubicBezTo>
                  <a:cubicBezTo>
                    <a:pt x="457" y="572"/>
                    <a:pt x="482" y="584"/>
                    <a:pt x="511" y="597"/>
                  </a:cubicBezTo>
                  <a:cubicBezTo>
                    <a:pt x="568" y="623"/>
                    <a:pt x="638" y="657"/>
                    <a:pt x="710" y="692"/>
                  </a:cubicBezTo>
                  <a:cubicBezTo>
                    <a:pt x="781" y="726"/>
                    <a:pt x="853" y="760"/>
                    <a:pt x="914" y="787"/>
                  </a:cubicBezTo>
                  <a:cubicBezTo>
                    <a:pt x="975" y="813"/>
                    <a:pt x="1018" y="833"/>
                    <a:pt x="1058" y="836"/>
                  </a:cubicBezTo>
                  <a:cubicBezTo>
                    <a:pt x="1117" y="840"/>
                    <a:pt x="1220" y="824"/>
                    <a:pt x="1325" y="807"/>
                  </a:cubicBezTo>
                  <a:cubicBezTo>
                    <a:pt x="1429" y="790"/>
                    <a:pt x="1536" y="772"/>
                    <a:pt x="1565" y="771"/>
                  </a:cubicBezTo>
                  <a:cubicBezTo>
                    <a:pt x="1649" y="767"/>
                    <a:pt x="1718" y="704"/>
                    <a:pt x="1764" y="674"/>
                  </a:cubicBezTo>
                  <a:cubicBezTo>
                    <a:pt x="1823" y="636"/>
                    <a:pt x="1891" y="594"/>
                    <a:pt x="1948" y="541"/>
                  </a:cubicBezTo>
                  <a:cubicBezTo>
                    <a:pt x="1973" y="515"/>
                    <a:pt x="1983" y="490"/>
                    <a:pt x="1984" y="463"/>
                  </a:cubicBezTo>
                  <a:cubicBezTo>
                    <a:pt x="1980" y="436"/>
                    <a:pt x="1955" y="443"/>
                    <a:pt x="1949" y="431"/>
                  </a:cubicBezTo>
                  <a:cubicBezTo>
                    <a:pt x="1957" y="422"/>
                    <a:pt x="1982" y="400"/>
                    <a:pt x="1984" y="383"/>
                  </a:cubicBezTo>
                  <a:cubicBezTo>
                    <a:pt x="1989" y="332"/>
                    <a:pt x="1937" y="306"/>
                    <a:pt x="1895" y="303"/>
                  </a:cubicBezTo>
                  <a:cubicBezTo>
                    <a:pt x="1817" y="299"/>
                    <a:pt x="1746" y="346"/>
                    <a:pt x="1706" y="383"/>
                  </a:cubicBezTo>
                  <a:cubicBezTo>
                    <a:pt x="1646" y="441"/>
                    <a:pt x="1581" y="461"/>
                    <a:pt x="1491" y="471"/>
                  </a:cubicBezTo>
                  <a:cubicBezTo>
                    <a:pt x="1384" y="484"/>
                    <a:pt x="1283" y="492"/>
                    <a:pt x="1187" y="462"/>
                  </a:cubicBezTo>
                  <a:cubicBezTo>
                    <a:pt x="1172" y="457"/>
                    <a:pt x="1140" y="443"/>
                    <a:pt x="1109" y="430"/>
                  </a:cubicBezTo>
                  <a:cubicBezTo>
                    <a:pt x="1094" y="424"/>
                    <a:pt x="1079" y="418"/>
                    <a:pt x="1066" y="413"/>
                  </a:cubicBezTo>
                  <a:cubicBezTo>
                    <a:pt x="1056" y="409"/>
                    <a:pt x="1050" y="406"/>
                    <a:pt x="1039" y="404"/>
                  </a:cubicBezTo>
                  <a:cubicBezTo>
                    <a:pt x="1072" y="400"/>
                    <a:pt x="1125" y="392"/>
                    <a:pt x="1174" y="398"/>
                  </a:cubicBezTo>
                  <a:cubicBezTo>
                    <a:pt x="1234" y="405"/>
                    <a:pt x="1418" y="405"/>
                    <a:pt x="1495" y="419"/>
                  </a:cubicBezTo>
                  <a:cubicBezTo>
                    <a:pt x="1524" y="425"/>
                    <a:pt x="1553" y="418"/>
                    <a:pt x="1574" y="404"/>
                  </a:cubicBezTo>
                  <a:cubicBezTo>
                    <a:pt x="1596" y="390"/>
                    <a:pt x="1610" y="370"/>
                    <a:pt x="1621" y="350"/>
                  </a:cubicBezTo>
                  <a:cubicBezTo>
                    <a:pt x="1641" y="308"/>
                    <a:pt x="1649" y="286"/>
                    <a:pt x="1620" y="245"/>
                  </a:cubicBezTo>
                  <a:cubicBezTo>
                    <a:pt x="1593" y="209"/>
                    <a:pt x="1552" y="196"/>
                    <a:pt x="1507" y="183"/>
                  </a:cubicBezTo>
                  <a:cubicBezTo>
                    <a:pt x="1461" y="170"/>
                    <a:pt x="1409" y="162"/>
                    <a:pt x="1364" y="154"/>
                  </a:cubicBezTo>
                  <a:cubicBezTo>
                    <a:pt x="1269" y="139"/>
                    <a:pt x="1199" y="143"/>
                    <a:pt x="1129" y="129"/>
                  </a:cubicBezTo>
                  <a:cubicBezTo>
                    <a:pt x="1104" y="125"/>
                    <a:pt x="1060" y="99"/>
                    <a:pt x="1000" y="71"/>
                  </a:cubicBezTo>
                  <a:cubicBezTo>
                    <a:pt x="940" y="43"/>
                    <a:pt x="862" y="13"/>
                    <a:pt x="760" y="3"/>
                  </a:cubicBezTo>
                  <a:cubicBezTo>
                    <a:pt x="734" y="1"/>
                    <a:pt x="707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362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BE6B7F1-1047-4BD5-B3E5-04CA5490646E}"/>
              </a:ext>
            </a:extLst>
          </p:cNvPr>
          <p:cNvCxnSpPr/>
          <p:nvPr/>
        </p:nvCxnSpPr>
        <p:spPr>
          <a:xfrm>
            <a:off x="133812" y="553568"/>
            <a:ext cx="10512000" cy="0"/>
          </a:xfrm>
          <a:prstGeom prst="line">
            <a:avLst/>
          </a:prstGeom>
          <a:ln w="22225" cap="rnd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  <a:gs pos="88000">
                  <a:schemeClr val="accent2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0388120-30A3-406F-91D9-45EF936EBCD5}"/>
              </a:ext>
            </a:extLst>
          </p:cNvPr>
          <p:cNvSpPr txBox="1">
            <a:spLocks/>
          </p:cNvSpPr>
          <p:nvPr/>
        </p:nvSpPr>
        <p:spPr>
          <a:xfrm>
            <a:off x="4665901" y="577391"/>
            <a:ext cx="3446133" cy="5055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 Preparation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3406B0-7E46-336B-1FCA-C3A6C852149C}"/>
              </a:ext>
            </a:extLst>
          </p:cNvPr>
          <p:cNvSpPr txBox="1"/>
          <p:nvPr/>
        </p:nvSpPr>
        <p:spPr>
          <a:xfrm>
            <a:off x="7895771" y="787733"/>
            <a:ext cx="914400" cy="914400"/>
          </a:xfrm>
          <a:prstGeom prst="rect">
            <a:avLst/>
          </a:prstGeom>
        </p:spPr>
        <p:txBody>
          <a:bodyPr vert="horz" wrap="none" lIns="9000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069F519-A071-0697-A87F-FD9BC64A07EF}"/>
              </a:ext>
            </a:extLst>
          </p:cNvPr>
          <p:cNvSpPr txBox="1">
            <a:spLocks/>
          </p:cNvSpPr>
          <p:nvPr/>
        </p:nvSpPr>
        <p:spPr>
          <a:xfrm>
            <a:off x="133812" y="-43145"/>
            <a:ext cx="10923394" cy="533400"/>
          </a:xfrm>
          <a:prstGeom prst="rect">
            <a:avLst/>
          </a:prstGeom>
        </p:spPr>
        <p:txBody>
          <a:bodyPr anchor="ctr"/>
          <a:lstStyle>
            <a:lvl1pPr marL="0">
              <a:defRPr sz="300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6316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Model Performance  tracking  example 1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BE602C92-74FB-C838-C41D-4F029A0E99E3}"/>
              </a:ext>
            </a:extLst>
          </p:cNvPr>
          <p:cNvSpPr/>
          <p:nvPr/>
        </p:nvSpPr>
        <p:spPr>
          <a:xfrm rot="21393006">
            <a:off x="7841079" y="1179448"/>
            <a:ext cx="1747339" cy="1807609"/>
          </a:xfrm>
          <a:prstGeom prst="arc">
            <a:avLst>
              <a:gd name="adj1" fmla="val 2057187"/>
              <a:gd name="adj2" fmla="val 1193592"/>
            </a:avLst>
          </a:prstGeom>
          <a:solidFill>
            <a:sysClr val="window" lastClr="FFFFFF"/>
          </a:solidFill>
          <a:ln w="193675" cap="rnd" cmpd="sng" algn="ctr">
            <a:solidFill>
              <a:srgbClr val="0070C0"/>
            </a:solidFill>
            <a:prstDash val="solid"/>
            <a:round/>
            <a:headEnd type="none"/>
            <a:tailEnd type="none" w="sm" len="sm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" name="Rounded Rectangle 34">
            <a:extLst>
              <a:ext uri="{FF2B5EF4-FFF2-40B4-BE49-F238E27FC236}">
                <a16:creationId xmlns:a16="http://schemas.microsoft.com/office/drawing/2014/main" id="{8C2E71C5-11F2-6D02-3926-FAEA6D7E8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953" y="3079239"/>
            <a:ext cx="5306279" cy="419548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  <a:cs typeface="+mn-cs"/>
              </a:rPr>
              <a:t>Average accuracy 99.91%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Meiryo" panose="020B0604030504040204" pitchFamily="34" charset="-128"/>
              <a:ea typeface="Meiryo" panose="020B0604030504040204" pitchFamily="34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E536A-7E6C-92EA-0AFA-83BF6DDC4FBE}"/>
              </a:ext>
            </a:extLst>
          </p:cNvPr>
          <p:cNvSpPr txBox="1"/>
          <p:nvPr/>
        </p:nvSpPr>
        <p:spPr>
          <a:xfrm>
            <a:off x="8071992" y="1650865"/>
            <a:ext cx="1437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9</a:t>
            </a:r>
            <a:r>
              <a:rPr lang="en-US" sz="2800" dirty="0">
                <a:solidFill>
                  <a:prstClr val="black"/>
                </a:solidFill>
                <a:latin typeface="Georgia"/>
              </a:rPr>
              <a:t>6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.91%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DED1280-D4B7-2B2C-B3D4-2411D8647EFB}"/>
              </a:ext>
            </a:extLst>
          </p:cNvPr>
          <p:cNvGrpSpPr/>
          <p:nvPr/>
        </p:nvGrpSpPr>
        <p:grpSpPr>
          <a:xfrm>
            <a:off x="1431416" y="1219522"/>
            <a:ext cx="1754010" cy="1746452"/>
            <a:chOff x="3069117" y="2005430"/>
            <a:chExt cx="2899956" cy="2984582"/>
          </a:xfrm>
        </p:grpSpPr>
        <p:sp>
          <p:nvSpPr>
            <p:cNvPr id="7" name="Donut 70">
              <a:extLst>
                <a:ext uri="{FF2B5EF4-FFF2-40B4-BE49-F238E27FC236}">
                  <a16:creationId xmlns:a16="http://schemas.microsoft.com/office/drawing/2014/main" id="{88EDA634-7AD6-00D2-1538-3ED2B05BED8C}"/>
                </a:ext>
              </a:extLst>
            </p:cNvPr>
            <p:cNvSpPr/>
            <p:nvPr/>
          </p:nvSpPr>
          <p:spPr>
            <a:xfrm>
              <a:off x="3069771" y="2090057"/>
              <a:ext cx="2898648" cy="2899955"/>
            </a:xfrm>
            <a:prstGeom prst="donut">
              <a:avLst>
                <a:gd name="adj" fmla="val 1489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324CBAEB-C507-5D48-7EA0-B234E13B8034}"/>
                </a:ext>
              </a:extLst>
            </p:cNvPr>
            <p:cNvSpPr/>
            <p:nvPr/>
          </p:nvSpPr>
          <p:spPr>
            <a:xfrm rot="21393006">
              <a:off x="3069117" y="2005430"/>
              <a:ext cx="2899956" cy="2899956"/>
            </a:xfrm>
            <a:prstGeom prst="arc">
              <a:avLst>
                <a:gd name="adj1" fmla="val 12008734"/>
                <a:gd name="adj2" fmla="val 6991943"/>
              </a:avLst>
            </a:prstGeom>
            <a:solidFill>
              <a:schemeClr val="bg1"/>
            </a:solidFill>
            <a:ln w="193675" cap="rnd" cmpd="sng">
              <a:solidFill>
                <a:srgbClr val="0070C0"/>
              </a:solidFill>
              <a:round/>
              <a:headEnd type="none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01301AC-FF1D-1362-4C2A-6C6CBF3A7B9F}"/>
              </a:ext>
            </a:extLst>
          </p:cNvPr>
          <p:cNvSpPr txBox="1"/>
          <p:nvPr/>
        </p:nvSpPr>
        <p:spPr>
          <a:xfrm>
            <a:off x="1633326" y="1803924"/>
            <a:ext cx="144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81.4%</a:t>
            </a:r>
          </a:p>
        </p:txBody>
      </p:sp>
      <p:sp>
        <p:nvSpPr>
          <p:cNvPr id="10" name="Rounded Rectangle 34">
            <a:extLst>
              <a:ext uri="{FF2B5EF4-FFF2-40B4-BE49-F238E27FC236}">
                <a16:creationId xmlns:a16="http://schemas.microsoft.com/office/drawing/2014/main" id="{91FE2CF5-A390-ABF0-13DF-C168E8542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68" y="3106372"/>
            <a:ext cx="5601015" cy="419548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  <a:cs typeface="+mn-cs"/>
              </a:rPr>
              <a:t>The model confidence level set is 90%. Average in pass class is 81.4%</a:t>
            </a:r>
            <a:endParaRPr kumimoji="0" lang="en-US" altLang="zh-TW" sz="11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Meiryo" panose="020B0604030504040204" pitchFamily="34" charset="-128"/>
              <a:ea typeface="Meiryo" panose="020B0604030504040204" pitchFamily="34" charset="-128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A050F5F-A747-957B-F7D2-3C1116670656}"/>
              </a:ext>
            </a:extLst>
          </p:cNvPr>
          <p:cNvGrpSpPr/>
          <p:nvPr/>
        </p:nvGrpSpPr>
        <p:grpSpPr>
          <a:xfrm>
            <a:off x="4558353" y="1724502"/>
            <a:ext cx="2347414" cy="1120648"/>
            <a:chOff x="1590992" y="812909"/>
            <a:chExt cx="7165242" cy="3719047"/>
          </a:xfrm>
        </p:grpSpPr>
        <p:sp>
          <p:nvSpPr>
            <p:cNvPr id="13" name="Teardrop 12">
              <a:extLst>
                <a:ext uri="{FF2B5EF4-FFF2-40B4-BE49-F238E27FC236}">
                  <a16:creationId xmlns:a16="http://schemas.microsoft.com/office/drawing/2014/main" id="{243F657F-7E8F-DD1F-2A7B-62EFDA8B3FA4}"/>
                </a:ext>
              </a:extLst>
            </p:cNvPr>
            <p:cNvSpPr/>
            <p:nvPr/>
          </p:nvSpPr>
          <p:spPr>
            <a:xfrm rot="12510808">
              <a:off x="5219830" y="812909"/>
              <a:ext cx="3536404" cy="3536402"/>
            </a:xfrm>
            <a:prstGeom prst="teardrop">
              <a:avLst/>
            </a:prstGeom>
            <a:solidFill>
              <a:srgbClr val="FF555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6206F72-D70F-7EBD-8DC6-3CA5E941A5D3}"/>
                </a:ext>
              </a:extLst>
            </p:cNvPr>
            <p:cNvGrpSpPr/>
            <p:nvPr/>
          </p:nvGrpSpPr>
          <p:grpSpPr>
            <a:xfrm>
              <a:off x="1590992" y="995554"/>
              <a:ext cx="6674217" cy="3536402"/>
              <a:chOff x="1590992" y="995554"/>
              <a:chExt cx="6674217" cy="3536402"/>
            </a:xfrm>
          </p:grpSpPr>
          <p:sp>
            <p:nvSpPr>
              <p:cNvPr id="15" name="Teardrop 14">
                <a:extLst>
                  <a:ext uri="{FF2B5EF4-FFF2-40B4-BE49-F238E27FC236}">
                    <a16:creationId xmlns:a16="http://schemas.microsoft.com/office/drawing/2014/main" id="{0AB52E21-CE21-AB03-4237-2449F09A2716}"/>
                  </a:ext>
                </a:extLst>
              </p:cNvPr>
              <p:cNvSpPr/>
              <p:nvPr/>
            </p:nvSpPr>
            <p:spPr>
              <a:xfrm rot="1044413">
                <a:off x="1590992" y="995554"/>
                <a:ext cx="3536404" cy="3536402"/>
              </a:xfrm>
              <a:prstGeom prst="teardrop">
                <a:avLst/>
              </a:prstGeom>
              <a:solidFill>
                <a:srgbClr val="073262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62C5A95-738C-2578-EE3D-C53BCC2F4E59}"/>
                  </a:ext>
                </a:extLst>
              </p:cNvPr>
              <p:cNvGrpSpPr/>
              <p:nvPr/>
            </p:nvGrpSpPr>
            <p:grpSpPr>
              <a:xfrm>
                <a:off x="2035334" y="1312849"/>
                <a:ext cx="6229875" cy="2690587"/>
                <a:chOff x="2035334" y="1312849"/>
                <a:chExt cx="6229875" cy="2690587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9AB63C53-19DE-3364-D9D6-39404C1FC938}"/>
                    </a:ext>
                  </a:extLst>
                </p:cNvPr>
                <p:cNvSpPr/>
                <p:nvPr/>
              </p:nvSpPr>
              <p:spPr>
                <a:xfrm>
                  <a:off x="5765433" y="1312849"/>
                  <a:ext cx="2499776" cy="249977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Down Arrow 25">
                  <a:extLst>
                    <a:ext uri="{FF2B5EF4-FFF2-40B4-BE49-F238E27FC236}">
                      <a16:creationId xmlns:a16="http://schemas.microsoft.com/office/drawing/2014/main" id="{8EB1EC3E-85C3-DDB1-C1C8-76A3DA0742BC}"/>
                    </a:ext>
                  </a:extLst>
                </p:cNvPr>
                <p:cNvSpPr/>
                <p:nvPr/>
              </p:nvSpPr>
              <p:spPr>
                <a:xfrm rot="17258098">
                  <a:off x="4998126" y="840072"/>
                  <a:ext cx="1238335" cy="2214385"/>
                </a:xfrm>
                <a:prstGeom prst="downArrow">
                  <a:avLst>
                    <a:gd name="adj1" fmla="val 50000"/>
                    <a:gd name="adj2" fmla="val 64297"/>
                  </a:avLst>
                </a:prstGeom>
                <a:solidFill>
                  <a:srgbClr val="073262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9384BD76-A522-A3CE-3BFF-B8BD6B014E10}"/>
                    </a:ext>
                  </a:extLst>
                </p:cNvPr>
                <p:cNvSpPr/>
                <p:nvPr/>
              </p:nvSpPr>
              <p:spPr>
                <a:xfrm>
                  <a:off x="2035334" y="1503657"/>
                  <a:ext cx="2499776" cy="249977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Down Arrow 27">
                  <a:extLst>
                    <a:ext uri="{FF2B5EF4-FFF2-40B4-BE49-F238E27FC236}">
                      <a16:creationId xmlns:a16="http://schemas.microsoft.com/office/drawing/2014/main" id="{794A4885-E3DF-BD46-59D7-165EE755FD90}"/>
                    </a:ext>
                  </a:extLst>
                </p:cNvPr>
                <p:cNvSpPr/>
                <p:nvPr/>
              </p:nvSpPr>
              <p:spPr>
                <a:xfrm rot="6887683">
                  <a:off x="3846787" y="2226406"/>
                  <a:ext cx="1238335" cy="1416316"/>
                </a:xfrm>
                <a:prstGeom prst="downArrow">
                  <a:avLst>
                    <a:gd name="adj1" fmla="val 50000"/>
                    <a:gd name="adj2" fmla="val 66764"/>
                  </a:avLst>
                </a:prstGeom>
                <a:gradFill rotWithShape="1">
                  <a:gsLst>
                    <a:gs pos="100000">
                      <a:srgbClr val="36B1D2"/>
                    </a:gs>
                    <a:gs pos="0">
                      <a:srgbClr val="36B1D2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Down Arrow 28">
                  <a:extLst>
                    <a:ext uri="{FF2B5EF4-FFF2-40B4-BE49-F238E27FC236}">
                      <a16:creationId xmlns:a16="http://schemas.microsoft.com/office/drawing/2014/main" id="{F9519B89-0A52-6CB7-7ACD-54A9EC97574C}"/>
                    </a:ext>
                  </a:extLst>
                </p:cNvPr>
                <p:cNvSpPr/>
                <p:nvPr/>
              </p:nvSpPr>
              <p:spPr>
                <a:xfrm rot="6887683">
                  <a:off x="4209038" y="1994715"/>
                  <a:ext cx="1238335" cy="2214385"/>
                </a:xfrm>
                <a:prstGeom prst="downArrow">
                  <a:avLst>
                    <a:gd name="adj1" fmla="val 50000"/>
                    <a:gd name="adj2" fmla="val 66764"/>
                  </a:avLst>
                </a:prstGeom>
                <a:solidFill>
                  <a:srgbClr val="FF555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3205DC3-288F-D8F8-E156-034836314F23}"/>
              </a:ext>
            </a:extLst>
          </p:cNvPr>
          <p:cNvSpPr txBox="1"/>
          <p:nvPr/>
        </p:nvSpPr>
        <p:spPr>
          <a:xfrm>
            <a:off x="122108" y="613468"/>
            <a:ext cx="11949331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Poppins" pitchFamily="2" charset="77"/>
              </a:rPr>
              <a:t> Accuracy monitoring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E9C30418-2B48-4861-9B5F-3001E8C4A5FE}"/>
              </a:ext>
            </a:extLst>
          </p:cNvPr>
          <p:cNvGraphicFramePr>
            <a:graphicFrameLocks/>
          </p:cNvGraphicFramePr>
          <p:nvPr/>
        </p:nvGraphicFramePr>
        <p:xfrm>
          <a:off x="248769" y="3617504"/>
          <a:ext cx="11694463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0757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enpact Line">
            <a:extLst>
              <a:ext uri="{FF2B5EF4-FFF2-40B4-BE49-F238E27FC236}">
                <a16:creationId xmlns:a16="http://schemas.microsoft.com/office/drawing/2014/main" id="{516B848C-A059-42B0-986E-68B280487CC7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149144" y="617757"/>
            <a:ext cx="10789920" cy="0"/>
          </a:xfrm>
          <a:prstGeom prst="line">
            <a:avLst/>
          </a:prstGeom>
          <a:ln w="22225" cap="rnd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  <a:gs pos="88000">
                  <a:schemeClr val="accent2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Donut 65"/>
          <p:cNvSpPr/>
          <p:nvPr/>
        </p:nvSpPr>
        <p:spPr>
          <a:xfrm>
            <a:off x="7823707" y="1459238"/>
            <a:ext cx="2012963" cy="1997297"/>
          </a:xfrm>
          <a:prstGeom prst="donut">
            <a:avLst>
              <a:gd name="adj" fmla="val 1489"/>
            </a:avLst>
          </a:prstGeom>
          <a:gradFill>
            <a:gsLst>
              <a:gs pos="0">
                <a:srgbClr val="073262">
                  <a:lumMod val="5000"/>
                  <a:lumOff val="95000"/>
                </a:srgbClr>
              </a:gs>
              <a:gs pos="74000">
                <a:srgbClr val="073262">
                  <a:lumMod val="45000"/>
                  <a:lumOff val="55000"/>
                </a:srgbClr>
              </a:gs>
              <a:gs pos="83000">
                <a:srgbClr val="073262">
                  <a:lumMod val="45000"/>
                  <a:lumOff val="55000"/>
                </a:srgbClr>
              </a:gs>
              <a:gs pos="100000">
                <a:srgbClr val="073262">
                  <a:lumMod val="30000"/>
                  <a:lumOff val="70000"/>
                </a:srgbClr>
              </a:gs>
            </a:gsLst>
            <a:lin ang="5400000" scaled="1"/>
          </a:gra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7" name="Arc 66"/>
          <p:cNvSpPr/>
          <p:nvPr/>
        </p:nvSpPr>
        <p:spPr>
          <a:xfrm rot="21393006">
            <a:off x="7823253" y="1348701"/>
            <a:ext cx="2013871" cy="1997297"/>
          </a:xfrm>
          <a:prstGeom prst="arc">
            <a:avLst>
              <a:gd name="adj1" fmla="val 2057187"/>
              <a:gd name="adj2" fmla="val 1193592"/>
            </a:avLst>
          </a:prstGeom>
          <a:solidFill>
            <a:sysClr val="window" lastClr="FFFFFF"/>
          </a:solidFill>
          <a:ln w="193675" cap="rnd" cmpd="sng" algn="ctr">
            <a:solidFill>
              <a:srgbClr val="0070C0"/>
            </a:solidFill>
            <a:prstDash val="solid"/>
            <a:round/>
            <a:headEnd type="none"/>
            <a:tailEnd type="none" w="sm" len="sm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8" name="Rounded Rectangle 34"/>
          <p:cNvSpPr>
            <a:spLocks noChangeArrowheads="1"/>
          </p:cNvSpPr>
          <p:nvPr/>
        </p:nvSpPr>
        <p:spPr bwMode="auto">
          <a:xfrm>
            <a:off x="6544188" y="3464344"/>
            <a:ext cx="4794371" cy="444813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  <a:cs typeface="+mn-cs"/>
              </a:rPr>
              <a:t>Average accuracy 99.89%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Meiryo" panose="020B0604030504040204" pitchFamily="34" charset="-128"/>
              <a:ea typeface="Meiryo" panose="020B0604030504040204" pitchFamily="34" charset="-128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011520" y="2015553"/>
            <a:ext cx="2243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99.89%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1250722" y="1272361"/>
            <a:ext cx="2084795" cy="2055582"/>
            <a:chOff x="3069117" y="2005430"/>
            <a:chExt cx="2899956" cy="2984582"/>
          </a:xfrm>
        </p:grpSpPr>
        <p:sp>
          <p:nvSpPr>
            <p:cNvPr id="71" name="Donut 70"/>
            <p:cNvSpPr/>
            <p:nvPr/>
          </p:nvSpPr>
          <p:spPr>
            <a:xfrm>
              <a:off x="3069771" y="2090057"/>
              <a:ext cx="2898648" cy="2899955"/>
            </a:xfrm>
            <a:prstGeom prst="donut">
              <a:avLst>
                <a:gd name="adj" fmla="val 1489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2" name="Arc 71"/>
            <p:cNvSpPr/>
            <p:nvPr/>
          </p:nvSpPr>
          <p:spPr>
            <a:xfrm rot="21393006">
              <a:off x="3069117" y="2005430"/>
              <a:ext cx="2899956" cy="2899956"/>
            </a:xfrm>
            <a:prstGeom prst="arc">
              <a:avLst>
                <a:gd name="adj1" fmla="val 807667"/>
                <a:gd name="adj2" fmla="val 6991943"/>
              </a:avLst>
            </a:prstGeom>
            <a:solidFill>
              <a:schemeClr val="bg1"/>
            </a:solidFill>
            <a:ln w="193675" cap="rnd" cmpd="sng">
              <a:solidFill>
                <a:srgbClr val="0070C0"/>
              </a:solidFill>
              <a:round/>
              <a:headEnd type="none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1560824" y="1974454"/>
            <a:ext cx="1506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38.9%</a:t>
            </a:r>
          </a:p>
        </p:txBody>
      </p:sp>
      <p:sp>
        <p:nvSpPr>
          <p:cNvPr id="74" name="Rounded Rectangle 34"/>
          <p:cNvSpPr>
            <a:spLocks noChangeArrowheads="1"/>
          </p:cNvSpPr>
          <p:nvPr/>
        </p:nvSpPr>
        <p:spPr bwMode="auto">
          <a:xfrm>
            <a:off x="581506" y="3493524"/>
            <a:ext cx="4962598" cy="419548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  <a:cs typeface="+mn-cs"/>
              </a:rPr>
              <a:t>The model confidence level set is 95%. Average in pass class is 38.9%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Meiryo" panose="020B0604030504040204" pitchFamily="34" charset="-128"/>
              <a:ea typeface="Meiryo" panose="020B0604030504040204" pitchFamily="34" charset="-128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798399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Calibri" charset="0"/>
              </a:rPr>
              <a:t>© 2023 Copyright Genpact. All Rights Reserved.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98399"/>
              </a:solidFill>
              <a:effectLst/>
              <a:uLnTx/>
              <a:uFillTx/>
              <a:latin typeface="Arial"/>
              <a:ea typeface="Cambria" panose="02040503050406030204" pitchFamily="18" charset="0"/>
              <a:cs typeface="Calibri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4572001" y="1844156"/>
            <a:ext cx="2495006" cy="1238677"/>
            <a:chOff x="1590992" y="812909"/>
            <a:chExt cx="7165242" cy="3719047"/>
          </a:xfrm>
        </p:grpSpPr>
        <p:sp>
          <p:nvSpPr>
            <p:cNvPr id="21" name="Teardrop 20"/>
            <p:cNvSpPr/>
            <p:nvPr/>
          </p:nvSpPr>
          <p:spPr>
            <a:xfrm rot="12510808">
              <a:off x="5219830" y="812909"/>
              <a:ext cx="3536404" cy="3536402"/>
            </a:xfrm>
            <a:prstGeom prst="teardrop">
              <a:avLst/>
            </a:prstGeom>
            <a:solidFill>
              <a:srgbClr val="FF555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1590992" y="995554"/>
              <a:ext cx="6674217" cy="3536402"/>
              <a:chOff x="1590992" y="995554"/>
              <a:chExt cx="6674217" cy="3536402"/>
            </a:xfrm>
          </p:grpSpPr>
          <p:sp>
            <p:nvSpPr>
              <p:cNvPr id="23" name="Teardrop 22"/>
              <p:cNvSpPr/>
              <p:nvPr/>
            </p:nvSpPr>
            <p:spPr>
              <a:xfrm rot="1044413">
                <a:off x="1590992" y="995554"/>
                <a:ext cx="3536404" cy="3536402"/>
              </a:xfrm>
              <a:prstGeom prst="teardrop">
                <a:avLst/>
              </a:prstGeom>
              <a:solidFill>
                <a:srgbClr val="073262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4" name="Group 23"/>
              <p:cNvGrpSpPr/>
              <p:nvPr/>
            </p:nvGrpSpPr>
            <p:grpSpPr>
              <a:xfrm>
                <a:off x="2035334" y="1312849"/>
                <a:ext cx="6229875" cy="2690587"/>
                <a:chOff x="2035334" y="1312849"/>
                <a:chExt cx="6229875" cy="2690587"/>
              </a:xfrm>
            </p:grpSpPr>
            <p:sp>
              <p:nvSpPr>
                <p:cNvPr id="25" name="Oval 24"/>
                <p:cNvSpPr/>
                <p:nvPr/>
              </p:nvSpPr>
              <p:spPr>
                <a:xfrm>
                  <a:off x="5765433" y="1312849"/>
                  <a:ext cx="2499776" cy="249977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Down Arrow 25"/>
                <p:cNvSpPr/>
                <p:nvPr/>
              </p:nvSpPr>
              <p:spPr>
                <a:xfrm rot="17258098">
                  <a:off x="4998126" y="840072"/>
                  <a:ext cx="1238335" cy="2214385"/>
                </a:xfrm>
                <a:prstGeom prst="downArrow">
                  <a:avLst>
                    <a:gd name="adj1" fmla="val 50000"/>
                    <a:gd name="adj2" fmla="val 64297"/>
                  </a:avLst>
                </a:prstGeom>
                <a:solidFill>
                  <a:srgbClr val="073262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Oval 26"/>
                <p:cNvSpPr/>
                <p:nvPr/>
              </p:nvSpPr>
              <p:spPr>
                <a:xfrm>
                  <a:off x="2035334" y="1503657"/>
                  <a:ext cx="2499776" cy="249977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Down Arrow 27"/>
                <p:cNvSpPr/>
                <p:nvPr/>
              </p:nvSpPr>
              <p:spPr>
                <a:xfrm rot="6887683">
                  <a:off x="3846787" y="2226406"/>
                  <a:ext cx="1238335" cy="1416316"/>
                </a:xfrm>
                <a:prstGeom prst="downArrow">
                  <a:avLst>
                    <a:gd name="adj1" fmla="val 50000"/>
                    <a:gd name="adj2" fmla="val 66764"/>
                  </a:avLst>
                </a:prstGeom>
                <a:gradFill rotWithShape="1">
                  <a:gsLst>
                    <a:gs pos="100000">
                      <a:srgbClr val="36B1D2"/>
                    </a:gs>
                    <a:gs pos="0">
                      <a:srgbClr val="36B1D2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Down Arrow 28"/>
                <p:cNvSpPr/>
                <p:nvPr/>
              </p:nvSpPr>
              <p:spPr>
                <a:xfrm rot="6887683">
                  <a:off x="4209038" y="1994715"/>
                  <a:ext cx="1238335" cy="2214385"/>
                </a:xfrm>
                <a:prstGeom prst="downArrow">
                  <a:avLst>
                    <a:gd name="adj1" fmla="val 50000"/>
                    <a:gd name="adj2" fmla="val 66764"/>
                  </a:avLst>
                </a:prstGeom>
                <a:solidFill>
                  <a:srgbClr val="FF555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B072B1D-ACEE-AA40-A7D9-76271348ECCB}"/>
              </a:ext>
            </a:extLst>
          </p:cNvPr>
          <p:cNvSpPr txBox="1"/>
          <p:nvPr/>
        </p:nvSpPr>
        <p:spPr>
          <a:xfrm>
            <a:off x="133812" y="655633"/>
            <a:ext cx="11949331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Poppins" pitchFamily="2" charset="77"/>
              </a:rPr>
              <a:t>Rakuten Accuracy monitoring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1066F5B-370E-180C-13A2-39C9C6CA4F3A}"/>
              </a:ext>
            </a:extLst>
          </p:cNvPr>
          <p:cNvGraphicFramePr>
            <a:graphicFrameLocks/>
          </p:cNvGraphicFramePr>
          <p:nvPr/>
        </p:nvGraphicFramePr>
        <p:xfrm>
          <a:off x="615706" y="399335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D81C6AB-F16A-081E-B0BB-17D26D733C2C}"/>
              </a:ext>
            </a:extLst>
          </p:cNvPr>
          <p:cNvGraphicFramePr>
            <a:graphicFrameLocks/>
          </p:cNvGraphicFramePr>
          <p:nvPr/>
        </p:nvGraphicFramePr>
        <p:xfrm>
          <a:off x="6545849" y="399336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DAB7221-46CB-9918-0BC5-2E06D5EC1A4C}"/>
              </a:ext>
            </a:extLst>
          </p:cNvPr>
          <p:cNvSpPr txBox="1">
            <a:spLocks/>
          </p:cNvSpPr>
          <p:nvPr/>
        </p:nvSpPr>
        <p:spPr>
          <a:xfrm>
            <a:off x="133812" y="-43145"/>
            <a:ext cx="10923394" cy="533400"/>
          </a:xfrm>
          <a:prstGeom prst="rect">
            <a:avLst/>
          </a:prstGeom>
        </p:spPr>
        <p:txBody>
          <a:bodyPr anchor="ctr"/>
          <a:lstStyle>
            <a:lvl1pPr marL="0">
              <a:defRPr sz="300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6316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Model Performance  tracking  example 2</a:t>
            </a:r>
          </a:p>
        </p:txBody>
      </p:sp>
    </p:spTree>
    <p:extLst>
      <p:ext uri="{BB962C8B-B14F-4D97-AF65-F5344CB8AC3E}">
        <p14:creationId xmlns:p14="http://schemas.microsoft.com/office/powerpoint/2010/main" val="143907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00F9FD-E629-F05D-031A-713E4B8CB9BE}"/>
              </a:ext>
            </a:extLst>
          </p:cNvPr>
          <p:cNvSpPr txBox="1">
            <a:spLocks/>
          </p:cNvSpPr>
          <p:nvPr/>
        </p:nvSpPr>
        <p:spPr>
          <a:xfrm>
            <a:off x="133812" y="-43145"/>
            <a:ext cx="11486102" cy="533400"/>
          </a:xfrm>
          <a:prstGeom prst="rect">
            <a:avLst/>
          </a:prstGeom>
        </p:spPr>
        <p:txBody>
          <a:bodyPr anchor="ctr"/>
          <a:lstStyle>
            <a:lvl1pPr marL="0">
              <a:defRPr sz="300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Model predict key feature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6316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example</a:t>
            </a:r>
            <a:r>
              <a:rPr lang="en-US" sz="3200" dirty="0"/>
              <a:t>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63161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BE6B7F1-1047-4BD5-B3E5-04CA5490646E}"/>
              </a:ext>
            </a:extLst>
          </p:cNvPr>
          <p:cNvCxnSpPr/>
          <p:nvPr/>
        </p:nvCxnSpPr>
        <p:spPr>
          <a:xfrm>
            <a:off x="133812" y="553568"/>
            <a:ext cx="10512000" cy="0"/>
          </a:xfrm>
          <a:prstGeom prst="line">
            <a:avLst/>
          </a:prstGeom>
          <a:ln w="22225" cap="rnd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  <a:gs pos="88000">
                  <a:schemeClr val="accent2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0388120-30A3-406F-91D9-45EF936EBCD5}"/>
              </a:ext>
            </a:extLst>
          </p:cNvPr>
          <p:cNvSpPr txBox="1">
            <a:spLocks/>
          </p:cNvSpPr>
          <p:nvPr/>
        </p:nvSpPr>
        <p:spPr>
          <a:xfrm>
            <a:off x="4665901" y="577391"/>
            <a:ext cx="3446133" cy="5055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 Preparation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3406B0-7E46-336B-1FCA-C3A6C852149C}"/>
              </a:ext>
            </a:extLst>
          </p:cNvPr>
          <p:cNvSpPr txBox="1"/>
          <p:nvPr/>
        </p:nvSpPr>
        <p:spPr>
          <a:xfrm>
            <a:off x="7895771" y="787733"/>
            <a:ext cx="914400" cy="914400"/>
          </a:xfrm>
          <a:prstGeom prst="rect">
            <a:avLst/>
          </a:prstGeom>
        </p:spPr>
        <p:txBody>
          <a:bodyPr vert="horz" wrap="none" lIns="9000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E9666D-FB99-3971-F806-8326AB87DC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b="5386"/>
          <a:stretch/>
        </p:blipFill>
        <p:spPr>
          <a:xfrm>
            <a:off x="262956" y="748745"/>
            <a:ext cx="4121153" cy="471886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2882BD-25CF-BBB0-6A88-DC54798C7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900" y="830164"/>
            <a:ext cx="5979911" cy="455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791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EKGUID" val="60cf1f57-96f0-41c5-80b0-6bdd055b943f"/>
  <p:tag name="MIO_UPDATE" val="True"/>
  <p:tag name="MIO_VERSION" val="28.12.2020 13:34:11"/>
  <p:tag name="MIO_DBID" val="B8FCB12D-AF03-49EB-9F79-BB019BE99E1E"/>
  <p:tag name="MIO_LASTDOWNLOADED" val="28.12.2020 18:24:09.936"/>
  <p:tag name="MIO_OBJECTNAME" val="G"/>
  <p:tag name="MIO_CDID" val="3d435a17-43bc-49ce-8c2a-a6b042be0530"/>
  <p:tag name="MIO_FALLBACK_LAYOUT" val="16"/>
  <p:tag name="MIO_SHOW_DATE" val="False"/>
  <p:tag name="MIO_SHOW_FOOTER" val="False"/>
  <p:tag name="MIO_SHOW_PAGENUMBER" val="False"/>
  <p:tag name="MIO_AVOID_BLANK_LAYOUT" val="False"/>
  <p:tag name="MIO_CD_LAYOUT_VALID_AREA" val="False"/>
  <p:tag name="MIO_NUMBER_OF_VALID_LAYOUTS" val="9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STYL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STYL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EKGUID" val="60cf1f57-96f0-41c5-80b0-6bdd055b943f"/>
  <p:tag name="MIO_UPDATE" val="True"/>
  <p:tag name="MIO_VERSION" val="28.12.2020 13:34:11"/>
  <p:tag name="MIO_DBID" val="B8FCB12D-AF03-49EB-9F79-BB019BE99E1E"/>
  <p:tag name="MIO_LASTDOWNLOADED" val="28.12.2020 18:24:09.936"/>
  <p:tag name="MIO_OBJECTNAME" val="G"/>
  <p:tag name="MIO_CDID" val="3d435a17-43bc-49ce-8c2a-a6b042be0530"/>
  <p:tag name="MIO_FALLBACK_LAYOUT" val="16"/>
  <p:tag name="MIO_SHOW_DATE" val="False"/>
  <p:tag name="MIO_SHOW_FOOTER" val="False"/>
  <p:tag name="MIO_SHOW_PAGENUMBER" val="False"/>
  <p:tag name="MIO_AVOID_BLANK_LAYOUT" val="False"/>
  <p:tag name="MIO_CD_LAYOUT_VALID_AREA" val="False"/>
  <p:tag name="MIO_NUMBER_OF_VALID_LAYOUTS" val="9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STYL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c1bdb2fb-6818-4da2-b61e-e8ddb46ba1aa"/>
  <p:tag name="MIO_GUID" val="4bb7343e-9dab-4b0c-ba61-0bc1ead89e55"/>
  <p:tag name="MIO_UPDATE" val="True"/>
  <p:tag name="MIO_VERSION" val="28.12.2020 17:05:51"/>
  <p:tag name="MIO_DBID" val="B8FCB12D-AF03-49EB-9F79-BB019BE99E1E"/>
  <p:tag name="MIO_LASTDOWNLOADED" val="30.12.2020 19:46:47.970"/>
  <p:tag name="MIO_OBJECTNAME" val="Genpact Line"/>
  <p:tag name="MIO_LASTEDITORNAME" val="Debbie Minchingt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c1bdb2fb-6818-4da2-b61e-e8ddb46ba1aa"/>
  <p:tag name="MIO_GUID" val="4bb7343e-9dab-4b0c-ba61-0bc1ead89e55"/>
  <p:tag name="MIO_UPDATE" val="True"/>
  <p:tag name="MIO_VERSION" val="28.12.2020 17:05:51"/>
  <p:tag name="MIO_DBID" val="B8FCB12D-AF03-49EB-9F79-BB019BE99E1E"/>
  <p:tag name="MIO_LASTDOWNLOADED" val="30.12.2020 19:46:47.970"/>
  <p:tag name="MIO_OBJECTNAME" val="Genpact Line"/>
  <p:tag name="MIO_LASTEDITORNAME" val="Debbie Minchingt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c1bdb2fb-6818-4da2-b61e-e8ddb46ba1aa"/>
  <p:tag name="MIO_GUID" val="4bb7343e-9dab-4b0c-ba61-0bc1ead89e55"/>
  <p:tag name="MIO_UPDATE" val="True"/>
  <p:tag name="MIO_VERSION" val="28.12.2020 17:05:51"/>
  <p:tag name="MIO_DBID" val="B8FCB12D-AF03-49EB-9F79-BB019BE99E1E"/>
  <p:tag name="MIO_LASTDOWNLOADED" val="30.12.2020 19:46:47.970"/>
  <p:tag name="MIO_OBJECTNAME" val="Genpact Line"/>
  <p:tag name="MIO_LASTEDITORNAME" val="Debbie Minchington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Genpact">
  <a:themeElements>
    <a:clrScheme name="Custom 2">
      <a:dk1>
        <a:srgbClr val="000000"/>
      </a:dk1>
      <a:lt1>
        <a:srgbClr val="FFFFFF"/>
      </a:lt1>
      <a:dk2>
        <a:srgbClr val="021D44"/>
      </a:dk2>
      <a:lt2>
        <a:srgbClr val="798399"/>
      </a:lt2>
      <a:accent1>
        <a:srgbClr val="00AECF"/>
      </a:accent1>
      <a:accent2>
        <a:srgbClr val="FF555F"/>
      </a:accent2>
      <a:accent3>
        <a:srgbClr val="073262"/>
      </a:accent3>
      <a:accent4>
        <a:srgbClr val="007199"/>
      </a:accent4>
      <a:accent5>
        <a:srgbClr val="894560"/>
      </a:accent5>
      <a:accent6>
        <a:srgbClr val="10548C"/>
      </a:accent6>
      <a:hlink>
        <a:srgbClr val="10548C"/>
      </a:hlink>
      <a:folHlink>
        <a:srgbClr val="894560"/>
      </a:folHlink>
    </a:clrScheme>
    <a:fontScheme name="Genpact theme font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0000" tIns="45720" rIns="91440" bIns="45720" rtlCol="0" anchor="t">
        <a:no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.pptx" id="{8947D1FA-D558-4397-9DEC-F51A546E4522}" vid="{5FDE3245-4D5E-4FC7-81BA-CFDB4C0A125D}"/>
    </a:ext>
  </a:extLst>
</a:theme>
</file>

<file path=ppt/theme/theme3.xml><?xml version="1.0" encoding="utf-8"?>
<a:theme xmlns:a="http://schemas.openxmlformats.org/drawingml/2006/main" name="G Theme1">
  <a:themeElements>
    <a:clrScheme name="Custom 2">
      <a:dk1>
        <a:srgbClr val="000000"/>
      </a:dk1>
      <a:lt1>
        <a:srgbClr val="FFFFFF"/>
      </a:lt1>
      <a:dk2>
        <a:srgbClr val="021D44"/>
      </a:dk2>
      <a:lt2>
        <a:srgbClr val="798399"/>
      </a:lt2>
      <a:accent1>
        <a:srgbClr val="00AECF"/>
      </a:accent1>
      <a:accent2>
        <a:srgbClr val="FF555F"/>
      </a:accent2>
      <a:accent3>
        <a:srgbClr val="073262"/>
      </a:accent3>
      <a:accent4>
        <a:srgbClr val="007199"/>
      </a:accent4>
      <a:accent5>
        <a:srgbClr val="894560"/>
      </a:accent5>
      <a:accent6>
        <a:srgbClr val="10548C"/>
      </a:accent6>
      <a:hlink>
        <a:srgbClr val="10548C"/>
      </a:hlink>
      <a:folHlink>
        <a:srgbClr val="894560"/>
      </a:folHlink>
    </a:clrScheme>
    <a:fontScheme name="Genpact theme font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0000" tIns="45720" rIns="91440" bIns="45720" rtlCol="0" anchor="t">
        <a:no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G Theme1" id="{D275C668-F506-4E66-B8DF-C3B098049F16}" vid="{A6EAD089-8E9C-4070-8FAB-C28CAF2003C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Violet">
    <a:dk1>
      <a:sysClr val="windowText" lastClr="000000"/>
    </a:dk1>
    <a:lt1>
      <a:sysClr val="window" lastClr="FFFFFF"/>
    </a:lt1>
    <a:dk2>
      <a:srgbClr val="373545"/>
    </a:dk2>
    <a:lt2>
      <a:srgbClr val="DCD8DC"/>
    </a:lt2>
    <a:accent1>
      <a:srgbClr val="AD84C6"/>
    </a:accent1>
    <a:accent2>
      <a:srgbClr val="8784C7"/>
    </a:accent2>
    <a:accent3>
      <a:srgbClr val="5D739A"/>
    </a:accent3>
    <a:accent4>
      <a:srgbClr val="6997AF"/>
    </a:accent4>
    <a:accent5>
      <a:srgbClr val="84ACB6"/>
    </a:accent5>
    <a:accent6>
      <a:srgbClr val="6F8183"/>
    </a:accent6>
    <a:hlink>
      <a:srgbClr val="69A020"/>
    </a:hlink>
    <a:folHlink>
      <a:srgbClr val="8C8C8C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217</Words>
  <Application>Microsoft Office PowerPoint</Application>
  <PresentationFormat>Widescreen</PresentationFormat>
  <Paragraphs>43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Meiryo</vt:lpstr>
      <vt:lpstr>Aptos</vt:lpstr>
      <vt:lpstr>Aptos Display</vt:lpstr>
      <vt:lpstr>Arial</vt:lpstr>
      <vt:lpstr>Calibri</vt:lpstr>
      <vt:lpstr>Cambria</vt:lpstr>
      <vt:lpstr>Georgia</vt:lpstr>
      <vt:lpstr>Office Theme</vt:lpstr>
      <vt:lpstr>Genpact</vt:lpstr>
      <vt:lpstr>G Theme1</vt:lpstr>
      <vt:lpstr>About Machine Learning</vt:lpstr>
      <vt:lpstr>PowerPoint Presentation</vt:lpstr>
      <vt:lpstr>PowerPoint Presentation</vt:lpstr>
      <vt:lpstr>PowerPoint Presentation</vt:lpstr>
      <vt:lpstr>PowerPoint Presentation</vt:lpstr>
    </vt:vector>
  </TitlesOfParts>
  <Company>Genpact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Si</dc:creator>
  <cp:lastModifiedBy>Liu, Si</cp:lastModifiedBy>
  <cp:revision>7</cp:revision>
  <dcterms:created xsi:type="dcterms:W3CDTF">2024-10-28T02:21:30Z</dcterms:created>
  <dcterms:modified xsi:type="dcterms:W3CDTF">2024-10-28T02:41:42Z</dcterms:modified>
</cp:coreProperties>
</file>